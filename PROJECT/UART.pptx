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1" r:id="rId6"/>
    <p:sldId id="260" r:id="rId7"/>
    <p:sldId id="263" r:id="rId8"/>
    <p:sldId id="259"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82" d="100"/>
          <a:sy n="82" d="100"/>
        </p:scale>
        <p:origin x="7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4C0AE5-E48C-4871-87EB-F0F39490B391}"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IN"/>
        </a:p>
      </dgm:t>
    </dgm:pt>
    <dgm:pt modelId="{C5299F0B-C253-48D8-A689-A4F9B3F35229}">
      <dgm:prSet/>
      <dgm:spPr/>
      <dgm:t>
        <a:bodyPr/>
        <a:lstStyle/>
        <a:p>
          <a:r>
            <a:rPr lang="en-GB"/>
            <a:t>1. Initialize UART Communication</a:t>
          </a:r>
          <a:endParaRPr lang="en-IN"/>
        </a:p>
      </dgm:t>
    </dgm:pt>
    <dgm:pt modelId="{45A92333-7756-4A89-92A8-4D2A3EE7D9E4}" type="parTrans" cxnId="{55D2A26C-6FD8-4C05-99E0-E6BF6CEB4539}">
      <dgm:prSet/>
      <dgm:spPr/>
      <dgm:t>
        <a:bodyPr/>
        <a:lstStyle/>
        <a:p>
          <a:endParaRPr lang="en-IN"/>
        </a:p>
      </dgm:t>
    </dgm:pt>
    <dgm:pt modelId="{2AB68443-8FBC-42F7-A778-72D8FF6FA639}" type="sibTrans" cxnId="{55D2A26C-6FD8-4C05-99E0-E6BF6CEB4539}">
      <dgm:prSet/>
      <dgm:spPr/>
      <dgm:t>
        <a:bodyPr/>
        <a:lstStyle/>
        <a:p>
          <a:endParaRPr lang="en-IN"/>
        </a:p>
      </dgm:t>
    </dgm:pt>
    <dgm:pt modelId="{84D412B1-55B1-4092-876B-D93F8F991583}">
      <dgm:prSet/>
      <dgm:spPr/>
      <dgm:t>
        <a:bodyPr/>
        <a:lstStyle/>
        <a:p>
          <a:r>
            <a:rPr lang="en-GB"/>
            <a:t>2. Device Registration </a:t>
          </a:r>
          <a:endParaRPr lang="en-IN"/>
        </a:p>
      </dgm:t>
    </dgm:pt>
    <dgm:pt modelId="{5CC24166-DBB1-4948-A7ED-27CD172F27EE}" type="parTrans" cxnId="{E15B6697-5567-4404-BD69-A93D876F644F}">
      <dgm:prSet/>
      <dgm:spPr/>
      <dgm:t>
        <a:bodyPr/>
        <a:lstStyle/>
        <a:p>
          <a:endParaRPr lang="en-IN"/>
        </a:p>
      </dgm:t>
    </dgm:pt>
    <dgm:pt modelId="{18801B9C-0406-45FE-8C70-403F5F425405}" type="sibTrans" cxnId="{E15B6697-5567-4404-BD69-A93D876F644F}">
      <dgm:prSet/>
      <dgm:spPr/>
      <dgm:t>
        <a:bodyPr/>
        <a:lstStyle/>
        <a:p>
          <a:endParaRPr lang="en-IN"/>
        </a:p>
      </dgm:t>
    </dgm:pt>
    <dgm:pt modelId="{E9450EC1-7D7F-4EB9-84C6-5588296D5B25}">
      <dgm:prSet/>
      <dgm:spPr/>
      <dgm:t>
        <a:bodyPr/>
        <a:lstStyle/>
        <a:p>
          <a:r>
            <a:rPr lang="en-GB"/>
            <a:t>3. Opening and Closing UART Device </a:t>
          </a:r>
          <a:endParaRPr lang="en-IN"/>
        </a:p>
      </dgm:t>
    </dgm:pt>
    <dgm:pt modelId="{8B87AB70-FF82-43F9-94EE-2E5EB5DCC15C}" type="parTrans" cxnId="{D02B122B-29B2-4964-A893-D667586BC235}">
      <dgm:prSet/>
      <dgm:spPr/>
      <dgm:t>
        <a:bodyPr/>
        <a:lstStyle/>
        <a:p>
          <a:endParaRPr lang="en-IN"/>
        </a:p>
      </dgm:t>
    </dgm:pt>
    <dgm:pt modelId="{CD216C83-4104-4A2C-9D21-92868E764DBE}" type="sibTrans" cxnId="{D02B122B-29B2-4964-A893-D667586BC235}">
      <dgm:prSet/>
      <dgm:spPr/>
      <dgm:t>
        <a:bodyPr/>
        <a:lstStyle/>
        <a:p>
          <a:endParaRPr lang="en-IN"/>
        </a:p>
      </dgm:t>
    </dgm:pt>
    <dgm:pt modelId="{8DF59E8E-AC27-4E29-9DF4-820B53304241}">
      <dgm:prSet/>
      <dgm:spPr/>
      <dgm:t>
        <a:bodyPr/>
        <a:lstStyle/>
        <a:p>
          <a:r>
            <a:rPr lang="en-GB"/>
            <a:t>4. Reading and Writing Data</a:t>
          </a:r>
          <a:endParaRPr lang="en-IN"/>
        </a:p>
      </dgm:t>
    </dgm:pt>
    <dgm:pt modelId="{665F3CE2-4942-4466-ADF2-AC63E70EC3C9}" type="parTrans" cxnId="{AA7C85D0-D8B7-404C-9653-B1B0D2B44652}">
      <dgm:prSet/>
      <dgm:spPr/>
      <dgm:t>
        <a:bodyPr/>
        <a:lstStyle/>
        <a:p>
          <a:endParaRPr lang="en-IN"/>
        </a:p>
      </dgm:t>
    </dgm:pt>
    <dgm:pt modelId="{580DB8EC-83E9-42F8-96C8-3CFB3C174BA5}" type="sibTrans" cxnId="{AA7C85D0-D8B7-404C-9653-B1B0D2B44652}">
      <dgm:prSet/>
      <dgm:spPr/>
      <dgm:t>
        <a:bodyPr/>
        <a:lstStyle/>
        <a:p>
          <a:endParaRPr lang="en-IN"/>
        </a:p>
      </dgm:t>
    </dgm:pt>
    <dgm:pt modelId="{E880565C-038A-42CB-B7A0-BF8D2ADF34C1}">
      <dgm:prSet/>
      <dgm:spPr/>
      <dgm:t>
        <a:bodyPr/>
        <a:lstStyle/>
        <a:p>
          <a:r>
            <a:rPr lang="en-GB"/>
            <a:t>5. Error Handling</a:t>
          </a:r>
          <a:endParaRPr lang="en-IN"/>
        </a:p>
      </dgm:t>
    </dgm:pt>
    <dgm:pt modelId="{AEDF1B83-9CDB-49B7-9019-14F9C8A70AD3}" type="parTrans" cxnId="{0B120019-B8E5-4D5C-B73F-A3FE2A070BF4}">
      <dgm:prSet/>
      <dgm:spPr/>
      <dgm:t>
        <a:bodyPr/>
        <a:lstStyle/>
        <a:p>
          <a:endParaRPr lang="en-IN"/>
        </a:p>
      </dgm:t>
    </dgm:pt>
    <dgm:pt modelId="{826D8E91-3CC7-4390-998A-688E746FB18C}" type="sibTrans" cxnId="{0B120019-B8E5-4D5C-B73F-A3FE2A070BF4}">
      <dgm:prSet/>
      <dgm:spPr/>
      <dgm:t>
        <a:bodyPr/>
        <a:lstStyle/>
        <a:p>
          <a:endParaRPr lang="en-IN"/>
        </a:p>
      </dgm:t>
    </dgm:pt>
    <dgm:pt modelId="{9AEF17B0-7B42-44A0-9D66-75860542190B}" type="pres">
      <dgm:prSet presAssocID="{C84C0AE5-E48C-4871-87EB-F0F39490B391}" presName="Name0" presStyleCnt="0">
        <dgm:presLayoutVars>
          <dgm:dir/>
          <dgm:animLvl val="lvl"/>
          <dgm:resizeHandles val="exact"/>
        </dgm:presLayoutVars>
      </dgm:prSet>
      <dgm:spPr/>
    </dgm:pt>
    <dgm:pt modelId="{17C638CE-DFE0-4366-A168-6E52DD65D84E}" type="pres">
      <dgm:prSet presAssocID="{C5299F0B-C253-48D8-A689-A4F9B3F35229}" presName="linNode" presStyleCnt="0"/>
      <dgm:spPr/>
    </dgm:pt>
    <dgm:pt modelId="{34EBC886-A484-4C47-BD24-5A1709257383}" type="pres">
      <dgm:prSet presAssocID="{C5299F0B-C253-48D8-A689-A4F9B3F35229}" presName="parentText" presStyleLbl="node1" presStyleIdx="0" presStyleCnt="5">
        <dgm:presLayoutVars>
          <dgm:chMax val="1"/>
          <dgm:bulletEnabled val="1"/>
        </dgm:presLayoutVars>
      </dgm:prSet>
      <dgm:spPr/>
    </dgm:pt>
    <dgm:pt modelId="{263F650D-4F9B-4E4D-B528-FD1DE1CC0255}" type="pres">
      <dgm:prSet presAssocID="{2AB68443-8FBC-42F7-A778-72D8FF6FA639}" presName="sp" presStyleCnt="0"/>
      <dgm:spPr/>
    </dgm:pt>
    <dgm:pt modelId="{2A195F9E-9C97-4339-B03C-17420D0AF36A}" type="pres">
      <dgm:prSet presAssocID="{84D412B1-55B1-4092-876B-D93F8F991583}" presName="linNode" presStyleCnt="0"/>
      <dgm:spPr/>
    </dgm:pt>
    <dgm:pt modelId="{A4348A19-AF71-4A30-8F66-0586541498D3}" type="pres">
      <dgm:prSet presAssocID="{84D412B1-55B1-4092-876B-D93F8F991583}" presName="parentText" presStyleLbl="node1" presStyleIdx="1" presStyleCnt="5">
        <dgm:presLayoutVars>
          <dgm:chMax val="1"/>
          <dgm:bulletEnabled val="1"/>
        </dgm:presLayoutVars>
      </dgm:prSet>
      <dgm:spPr/>
    </dgm:pt>
    <dgm:pt modelId="{387C7F40-67BE-4F88-8F7E-1A878BDFC91E}" type="pres">
      <dgm:prSet presAssocID="{18801B9C-0406-45FE-8C70-403F5F425405}" presName="sp" presStyleCnt="0"/>
      <dgm:spPr/>
    </dgm:pt>
    <dgm:pt modelId="{1C21BCB2-C662-4B15-B6AA-1DFE00E39DBB}" type="pres">
      <dgm:prSet presAssocID="{E9450EC1-7D7F-4EB9-84C6-5588296D5B25}" presName="linNode" presStyleCnt="0"/>
      <dgm:spPr/>
    </dgm:pt>
    <dgm:pt modelId="{830ABBDC-77A6-4CE1-91E1-099DB27A7D02}" type="pres">
      <dgm:prSet presAssocID="{E9450EC1-7D7F-4EB9-84C6-5588296D5B25}" presName="parentText" presStyleLbl="node1" presStyleIdx="2" presStyleCnt="5">
        <dgm:presLayoutVars>
          <dgm:chMax val="1"/>
          <dgm:bulletEnabled val="1"/>
        </dgm:presLayoutVars>
      </dgm:prSet>
      <dgm:spPr/>
    </dgm:pt>
    <dgm:pt modelId="{0122961D-CA6E-46FF-A7DD-F11CE9C9508E}" type="pres">
      <dgm:prSet presAssocID="{CD216C83-4104-4A2C-9D21-92868E764DBE}" presName="sp" presStyleCnt="0"/>
      <dgm:spPr/>
    </dgm:pt>
    <dgm:pt modelId="{F64B7E34-4764-4319-8615-13F9F6CBC4B3}" type="pres">
      <dgm:prSet presAssocID="{8DF59E8E-AC27-4E29-9DF4-820B53304241}" presName="linNode" presStyleCnt="0"/>
      <dgm:spPr/>
    </dgm:pt>
    <dgm:pt modelId="{13FA8114-BBD1-4F58-AFC9-B71CA0F513B0}" type="pres">
      <dgm:prSet presAssocID="{8DF59E8E-AC27-4E29-9DF4-820B53304241}" presName="parentText" presStyleLbl="node1" presStyleIdx="3" presStyleCnt="5">
        <dgm:presLayoutVars>
          <dgm:chMax val="1"/>
          <dgm:bulletEnabled val="1"/>
        </dgm:presLayoutVars>
      </dgm:prSet>
      <dgm:spPr/>
    </dgm:pt>
    <dgm:pt modelId="{AD1DF36E-D5A9-4038-8EF3-9842A89C34C3}" type="pres">
      <dgm:prSet presAssocID="{580DB8EC-83E9-42F8-96C8-3CFB3C174BA5}" presName="sp" presStyleCnt="0"/>
      <dgm:spPr/>
    </dgm:pt>
    <dgm:pt modelId="{02140D77-5931-4647-A5A1-8FBC2032BA67}" type="pres">
      <dgm:prSet presAssocID="{E880565C-038A-42CB-B7A0-BF8D2ADF34C1}" presName="linNode" presStyleCnt="0"/>
      <dgm:spPr/>
    </dgm:pt>
    <dgm:pt modelId="{8849CF82-1AC1-42C4-83CA-11CAC84F6D85}" type="pres">
      <dgm:prSet presAssocID="{E880565C-038A-42CB-B7A0-BF8D2ADF34C1}" presName="parentText" presStyleLbl="node1" presStyleIdx="4" presStyleCnt="5">
        <dgm:presLayoutVars>
          <dgm:chMax val="1"/>
          <dgm:bulletEnabled val="1"/>
        </dgm:presLayoutVars>
      </dgm:prSet>
      <dgm:spPr/>
    </dgm:pt>
  </dgm:ptLst>
  <dgm:cxnLst>
    <dgm:cxn modelId="{0F550C0B-5BBA-418E-BE1E-4807D6068ECD}" type="presOf" srcId="{8DF59E8E-AC27-4E29-9DF4-820B53304241}" destId="{13FA8114-BBD1-4F58-AFC9-B71CA0F513B0}" srcOrd="0" destOrd="0" presId="urn:microsoft.com/office/officeart/2005/8/layout/vList5"/>
    <dgm:cxn modelId="{0B120019-B8E5-4D5C-B73F-A3FE2A070BF4}" srcId="{C84C0AE5-E48C-4871-87EB-F0F39490B391}" destId="{E880565C-038A-42CB-B7A0-BF8D2ADF34C1}" srcOrd="4" destOrd="0" parTransId="{AEDF1B83-9CDB-49B7-9019-14F9C8A70AD3}" sibTransId="{826D8E91-3CC7-4390-998A-688E746FB18C}"/>
    <dgm:cxn modelId="{8A638B2A-09EE-4FFC-B55B-B16C0B9B3EF9}" type="presOf" srcId="{C84C0AE5-E48C-4871-87EB-F0F39490B391}" destId="{9AEF17B0-7B42-44A0-9D66-75860542190B}" srcOrd="0" destOrd="0" presId="urn:microsoft.com/office/officeart/2005/8/layout/vList5"/>
    <dgm:cxn modelId="{D02B122B-29B2-4964-A893-D667586BC235}" srcId="{C84C0AE5-E48C-4871-87EB-F0F39490B391}" destId="{E9450EC1-7D7F-4EB9-84C6-5588296D5B25}" srcOrd="2" destOrd="0" parTransId="{8B87AB70-FF82-43F9-94EE-2E5EB5DCC15C}" sibTransId="{CD216C83-4104-4A2C-9D21-92868E764DBE}"/>
    <dgm:cxn modelId="{A1E8753E-D547-4EFA-9D49-B980C7C30D9E}" type="presOf" srcId="{E880565C-038A-42CB-B7A0-BF8D2ADF34C1}" destId="{8849CF82-1AC1-42C4-83CA-11CAC84F6D85}" srcOrd="0" destOrd="0" presId="urn:microsoft.com/office/officeart/2005/8/layout/vList5"/>
    <dgm:cxn modelId="{55D2A26C-6FD8-4C05-99E0-E6BF6CEB4539}" srcId="{C84C0AE5-E48C-4871-87EB-F0F39490B391}" destId="{C5299F0B-C253-48D8-A689-A4F9B3F35229}" srcOrd="0" destOrd="0" parTransId="{45A92333-7756-4A89-92A8-4D2A3EE7D9E4}" sibTransId="{2AB68443-8FBC-42F7-A778-72D8FF6FA639}"/>
    <dgm:cxn modelId="{E15B6697-5567-4404-BD69-A93D876F644F}" srcId="{C84C0AE5-E48C-4871-87EB-F0F39490B391}" destId="{84D412B1-55B1-4092-876B-D93F8F991583}" srcOrd="1" destOrd="0" parTransId="{5CC24166-DBB1-4948-A7ED-27CD172F27EE}" sibTransId="{18801B9C-0406-45FE-8C70-403F5F425405}"/>
    <dgm:cxn modelId="{A7EAC9A9-8F6D-4B0C-AE60-468605071667}" type="presOf" srcId="{84D412B1-55B1-4092-876B-D93F8F991583}" destId="{A4348A19-AF71-4A30-8F66-0586541498D3}" srcOrd="0" destOrd="0" presId="urn:microsoft.com/office/officeart/2005/8/layout/vList5"/>
    <dgm:cxn modelId="{04EFF8C4-CD52-43C7-80DC-4E62A0289554}" type="presOf" srcId="{C5299F0B-C253-48D8-A689-A4F9B3F35229}" destId="{34EBC886-A484-4C47-BD24-5A1709257383}" srcOrd="0" destOrd="0" presId="urn:microsoft.com/office/officeart/2005/8/layout/vList5"/>
    <dgm:cxn modelId="{AA7C85D0-D8B7-404C-9653-B1B0D2B44652}" srcId="{C84C0AE5-E48C-4871-87EB-F0F39490B391}" destId="{8DF59E8E-AC27-4E29-9DF4-820B53304241}" srcOrd="3" destOrd="0" parTransId="{665F3CE2-4942-4466-ADF2-AC63E70EC3C9}" sibTransId="{580DB8EC-83E9-42F8-96C8-3CFB3C174BA5}"/>
    <dgm:cxn modelId="{04ADE9DB-4BAB-46BC-B26F-40508102C5C7}" type="presOf" srcId="{E9450EC1-7D7F-4EB9-84C6-5588296D5B25}" destId="{830ABBDC-77A6-4CE1-91E1-099DB27A7D02}" srcOrd="0" destOrd="0" presId="urn:microsoft.com/office/officeart/2005/8/layout/vList5"/>
    <dgm:cxn modelId="{1A09A028-2F81-4E96-AA57-D0A0FF421D74}" type="presParOf" srcId="{9AEF17B0-7B42-44A0-9D66-75860542190B}" destId="{17C638CE-DFE0-4366-A168-6E52DD65D84E}" srcOrd="0" destOrd="0" presId="urn:microsoft.com/office/officeart/2005/8/layout/vList5"/>
    <dgm:cxn modelId="{5B403384-6ADF-4305-A65A-93AC0D6E09A2}" type="presParOf" srcId="{17C638CE-DFE0-4366-A168-6E52DD65D84E}" destId="{34EBC886-A484-4C47-BD24-5A1709257383}" srcOrd="0" destOrd="0" presId="urn:microsoft.com/office/officeart/2005/8/layout/vList5"/>
    <dgm:cxn modelId="{70611E75-B37B-4C81-9547-F6FF913AE07E}" type="presParOf" srcId="{9AEF17B0-7B42-44A0-9D66-75860542190B}" destId="{263F650D-4F9B-4E4D-B528-FD1DE1CC0255}" srcOrd="1" destOrd="0" presId="urn:microsoft.com/office/officeart/2005/8/layout/vList5"/>
    <dgm:cxn modelId="{53FC2CCD-F335-47D8-85A4-2CF260099CD7}" type="presParOf" srcId="{9AEF17B0-7B42-44A0-9D66-75860542190B}" destId="{2A195F9E-9C97-4339-B03C-17420D0AF36A}" srcOrd="2" destOrd="0" presId="urn:microsoft.com/office/officeart/2005/8/layout/vList5"/>
    <dgm:cxn modelId="{33CC6917-5B48-4D62-A3AD-6D9E11119264}" type="presParOf" srcId="{2A195F9E-9C97-4339-B03C-17420D0AF36A}" destId="{A4348A19-AF71-4A30-8F66-0586541498D3}" srcOrd="0" destOrd="0" presId="urn:microsoft.com/office/officeart/2005/8/layout/vList5"/>
    <dgm:cxn modelId="{FC69E635-B341-42C9-974F-43E30B3EB459}" type="presParOf" srcId="{9AEF17B0-7B42-44A0-9D66-75860542190B}" destId="{387C7F40-67BE-4F88-8F7E-1A878BDFC91E}" srcOrd="3" destOrd="0" presId="urn:microsoft.com/office/officeart/2005/8/layout/vList5"/>
    <dgm:cxn modelId="{0D1E0AD5-F620-4155-9272-001D675A6B9A}" type="presParOf" srcId="{9AEF17B0-7B42-44A0-9D66-75860542190B}" destId="{1C21BCB2-C662-4B15-B6AA-1DFE00E39DBB}" srcOrd="4" destOrd="0" presId="urn:microsoft.com/office/officeart/2005/8/layout/vList5"/>
    <dgm:cxn modelId="{2EB02AC8-4B6B-4067-BDFE-228530A78B79}" type="presParOf" srcId="{1C21BCB2-C662-4B15-B6AA-1DFE00E39DBB}" destId="{830ABBDC-77A6-4CE1-91E1-099DB27A7D02}" srcOrd="0" destOrd="0" presId="urn:microsoft.com/office/officeart/2005/8/layout/vList5"/>
    <dgm:cxn modelId="{377D7F93-39D4-4393-AA01-B80150F34E8F}" type="presParOf" srcId="{9AEF17B0-7B42-44A0-9D66-75860542190B}" destId="{0122961D-CA6E-46FF-A7DD-F11CE9C9508E}" srcOrd="5" destOrd="0" presId="urn:microsoft.com/office/officeart/2005/8/layout/vList5"/>
    <dgm:cxn modelId="{DF44DCF9-864E-4194-B3B4-E028E6611DE2}" type="presParOf" srcId="{9AEF17B0-7B42-44A0-9D66-75860542190B}" destId="{F64B7E34-4764-4319-8615-13F9F6CBC4B3}" srcOrd="6" destOrd="0" presId="urn:microsoft.com/office/officeart/2005/8/layout/vList5"/>
    <dgm:cxn modelId="{140BF8D8-8AA1-4B98-9C44-AF7E6D2B6AC3}" type="presParOf" srcId="{F64B7E34-4764-4319-8615-13F9F6CBC4B3}" destId="{13FA8114-BBD1-4F58-AFC9-B71CA0F513B0}" srcOrd="0" destOrd="0" presId="urn:microsoft.com/office/officeart/2005/8/layout/vList5"/>
    <dgm:cxn modelId="{C98E266E-2CEE-4701-B281-39ADF896BDBD}" type="presParOf" srcId="{9AEF17B0-7B42-44A0-9D66-75860542190B}" destId="{AD1DF36E-D5A9-4038-8EF3-9842A89C34C3}" srcOrd="7" destOrd="0" presId="urn:microsoft.com/office/officeart/2005/8/layout/vList5"/>
    <dgm:cxn modelId="{0BE35510-1B6F-48DD-B8CD-94C9461B63D8}" type="presParOf" srcId="{9AEF17B0-7B42-44A0-9D66-75860542190B}" destId="{02140D77-5931-4647-A5A1-8FBC2032BA67}" srcOrd="8" destOrd="0" presId="urn:microsoft.com/office/officeart/2005/8/layout/vList5"/>
    <dgm:cxn modelId="{A5A3EFAC-D719-4C0E-BA78-8C2B80176E74}" type="presParOf" srcId="{02140D77-5931-4647-A5A1-8FBC2032BA67}" destId="{8849CF82-1AC1-42C4-83CA-11CAC84F6D85}"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BC886-A484-4C47-BD24-5A1709257383}">
      <dsp:nvSpPr>
        <dsp:cNvPr id="0" name=""/>
        <dsp:cNvSpPr/>
      </dsp:nvSpPr>
      <dsp:spPr>
        <a:xfrm>
          <a:off x="3364992" y="1912"/>
          <a:ext cx="3785616" cy="836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GB" sz="2300" kern="1200"/>
            <a:t>1. Initialize UART Communication</a:t>
          </a:r>
          <a:endParaRPr lang="en-IN" sz="2300" kern="1200"/>
        </a:p>
      </dsp:txBody>
      <dsp:txXfrm>
        <a:off x="3405805" y="42725"/>
        <a:ext cx="3703990" cy="754434"/>
      </dsp:txXfrm>
    </dsp:sp>
    <dsp:sp modelId="{A4348A19-AF71-4A30-8F66-0586541498D3}">
      <dsp:nvSpPr>
        <dsp:cNvPr id="0" name=""/>
        <dsp:cNvSpPr/>
      </dsp:nvSpPr>
      <dsp:spPr>
        <a:xfrm>
          <a:off x="3364992" y="879775"/>
          <a:ext cx="3785616" cy="836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GB" sz="2300" kern="1200"/>
            <a:t>2. Device Registration </a:t>
          </a:r>
          <a:endParaRPr lang="en-IN" sz="2300" kern="1200"/>
        </a:p>
      </dsp:txBody>
      <dsp:txXfrm>
        <a:off x="3405805" y="920588"/>
        <a:ext cx="3703990" cy="754434"/>
      </dsp:txXfrm>
    </dsp:sp>
    <dsp:sp modelId="{830ABBDC-77A6-4CE1-91E1-099DB27A7D02}">
      <dsp:nvSpPr>
        <dsp:cNvPr id="0" name=""/>
        <dsp:cNvSpPr/>
      </dsp:nvSpPr>
      <dsp:spPr>
        <a:xfrm>
          <a:off x="3364992" y="1757638"/>
          <a:ext cx="3785616" cy="836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GB" sz="2300" kern="1200"/>
            <a:t>3. Opening and Closing UART Device </a:t>
          </a:r>
          <a:endParaRPr lang="en-IN" sz="2300" kern="1200"/>
        </a:p>
      </dsp:txBody>
      <dsp:txXfrm>
        <a:off x="3405805" y="1798451"/>
        <a:ext cx="3703990" cy="754434"/>
      </dsp:txXfrm>
    </dsp:sp>
    <dsp:sp modelId="{13FA8114-BBD1-4F58-AFC9-B71CA0F513B0}">
      <dsp:nvSpPr>
        <dsp:cNvPr id="0" name=""/>
        <dsp:cNvSpPr/>
      </dsp:nvSpPr>
      <dsp:spPr>
        <a:xfrm>
          <a:off x="3364992" y="2635502"/>
          <a:ext cx="3785616" cy="836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GB" sz="2300" kern="1200"/>
            <a:t>4. Reading and Writing Data</a:t>
          </a:r>
          <a:endParaRPr lang="en-IN" sz="2300" kern="1200"/>
        </a:p>
      </dsp:txBody>
      <dsp:txXfrm>
        <a:off x="3405805" y="2676315"/>
        <a:ext cx="3703990" cy="754434"/>
      </dsp:txXfrm>
    </dsp:sp>
    <dsp:sp modelId="{8849CF82-1AC1-42C4-83CA-11CAC84F6D85}">
      <dsp:nvSpPr>
        <dsp:cNvPr id="0" name=""/>
        <dsp:cNvSpPr/>
      </dsp:nvSpPr>
      <dsp:spPr>
        <a:xfrm>
          <a:off x="3364992" y="3513365"/>
          <a:ext cx="3785616" cy="836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GB" sz="2300" kern="1200"/>
            <a:t>5. Error Handling</a:t>
          </a:r>
          <a:endParaRPr lang="en-IN" sz="2300" kern="1200"/>
        </a:p>
      </dsp:txBody>
      <dsp:txXfrm>
        <a:off x="3405805" y="3554178"/>
        <a:ext cx="3703990" cy="75443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DE751-6673-C4AE-7046-A55C3A1652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E4B5FE-A08B-92DD-09BC-181047E1DA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421601-4F40-E208-4E2B-4CEC5AC7DE1A}"/>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5" name="Footer Placeholder 4">
            <a:extLst>
              <a:ext uri="{FF2B5EF4-FFF2-40B4-BE49-F238E27FC236}">
                <a16:creationId xmlns:a16="http://schemas.microsoft.com/office/drawing/2014/main" id="{53BD48E7-4120-3EFA-6176-5DA4BBF41F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F23A0A-6589-293E-1F36-D649204118AD}"/>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769918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20EFE-DFDF-2CE7-57AE-B1642CCD36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15A973-B857-2077-30FE-271642515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14117D-05CF-5638-5189-6BFB14A29F33}"/>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5" name="Footer Placeholder 4">
            <a:extLst>
              <a:ext uri="{FF2B5EF4-FFF2-40B4-BE49-F238E27FC236}">
                <a16:creationId xmlns:a16="http://schemas.microsoft.com/office/drawing/2014/main" id="{7DF1B785-C839-1AFF-8384-2FBFB6731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885C79-3479-D8AB-72A9-D0A7D3EA5689}"/>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4150476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A3FFA-2B3A-041F-722C-8EE8BD1CF1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43F944-EC72-7FD2-9899-0E562F0244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ACDA51-686A-A47D-1AE7-FF40851D3869}"/>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5" name="Footer Placeholder 4">
            <a:extLst>
              <a:ext uri="{FF2B5EF4-FFF2-40B4-BE49-F238E27FC236}">
                <a16:creationId xmlns:a16="http://schemas.microsoft.com/office/drawing/2014/main" id="{CFFB7D64-D86A-B651-AB0B-17A231A3DC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C3B132-9624-53F0-9989-F59986D38957}"/>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1088446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F4222-FD1F-3B60-566F-76D831EF88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7236BB-4BD0-97DD-075F-ABD08E3E42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24A6EF-6657-CE44-384A-FEC97C35C4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DD156C-A94C-1DC1-833E-DDDFD99BC25D}"/>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6" name="Footer Placeholder 5">
            <a:extLst>
              <a:ext uri="{FF2B5EF4-FFF2-40B4-BE49-F238E27FC236}">
                <a16:creationId xmlns:a16="http://schemas.microsoft.com/office/drawing/2014/main" id="{D6333540-E9C2-9FCB-884B-6ECB7D7990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60B261-61C9-41B7-FC9F-1F1BB1221C7D}"/>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2346829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C93CC-A667-734B-F5E5-D0957F71D8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01CB1D-F228-EA5E-816F-3E0863BA5B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91AFC2-CDD1-55B2-CC33-FE5FA35403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6F972B-9C9D-349B-CB39-B06D7F1C26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CCBB-B9E9-5F2A-FB3B-22A4D029D5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93747C-932E-8E9C-F927-7C088882A10F}"/>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8" name="Footer Placeholder 7">
            <a:extLst>
              <a:ext uri="{FF2B5EF4-FFF2-40B4-BE49-F238E27FC236}">
                <a16:creationId xmlns:a16="http://schemas.microsoft.com/office/drawing/2014/main" id="{F6DC6C94-A786-28C0-39F4-244B32D4F0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7E4DEF5-975F-4FE4-8FAF-BA5BEAFC660F}"/>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1995661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E16C2-F2FD-81FE-DFF9-A37C6D0A3E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EA42C4-53B9-8DC6-E960-4391CD91BE29}"/>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4" name="Footer Placeholder 3">
            <a:extLst>
              <a:ext uri="{FF2B5EF4-FFF2-40B4-BE49-F238E27FC236}">
                <a16:creationId xmlns:a16="http://schemas.microsoft.com/office/drawing/2014/main" id="{08A39AD3-AB33-FB7B-5E2F-246AC512DF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8540C19-92FE-D35E-1DFA-61A9903F80A7}"/>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2479325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E70C1D-3DB3-A9C3-963B-9AB7B7D71DF8}"/>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3" name="Footer Placeholder 2">
            <a:extLst>
              <a:ext uri="{FF2B5EF4-FFF2-40B4-BE49-F238E27FC236}">
                <a16:creationId xmlns:a16="http://schemas.microsoft.com/office/drawing/2014/main" id="{D953975E-3B2E-9231-75B2-0E459BBCDA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78EDD6-E243-3983-5E5C-CCCF7A5027EE}"/>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2057884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37C30-7FC3-48A1-5FD4-0887A7699C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AB4587-3852-1E81-0B69-F86C46441A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C326E9-57CE-1262-B45E-6C22FE252D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7C7CBC-6EB4-0447-336C-55A8A9269741}"/>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6" name="Footer Placeholder 5">
            <a:extLst>
              <a:ext uri="{FF2B5EF4-FFF2-40B4-BE49-F238E27FC236}">
                <a16:creationId xmlns:a16="http://schemas.microsoft.com/office/drawing/2014/main" id="{ECE42F68-17E5-A401-C3A1-DFEC5790EE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38BA3C-E948-FB59-9846-2F121E7F5B3F}"/>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1908962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7E570-1ACA-5F3D-CD44-6AFE6C7997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BA93CA-3AE1-41E8-36F2-63D32A38F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E32C0B-F56E-7D8F-DC89-EA7F9E6C6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4E0702-ED2A-06AA-84CF-0BF01FE0EBF5}"/>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6" name="Footer Placeholder 5">
            <a:extLst>
              <a:ext uri="{FF2B5EF4-FFF2-40B4-BE49-F238E27FC236}">
                <a16:creationId xmlns:a16="http://schemas.microsoft.com/office/drawing/2014/main" id="{89B22FB3-BD41-CC37-9756-2D18762912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6DD700-8C24-EE7C-DB88-3B7F8B1E651C}"/>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851043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A5F44-7C19-86D6-D9FB-C42F0EDC42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E68577-81F7-D969-0C1F-1FA9D31933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818728-4197-9B6B-DABE-B6E16901C4E9}"/>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5" name="Footer Placeholder 4">
            <a:extLst>
              <a:ext uri="{FF2B5EF4-FFF2-40B4-BE49-F238E27FC236}">
                <a16:creationId xmlns:a16="http://schemas.microsoft.com/office/drawing/2014/main" id="{E4FFB985-EBF1-5283-CCF9-DBA8BFF382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90D674-78E5-1C64-9628-9E4E0F7D1EE5}"/>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2931213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656BE2-D438-7184-4F54-4FBD5A01FF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A4AB8C-B03D-B6A5-28E1-74B7EF88B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5B1FBD-D9B6-D7E2-68C0-452E819F79D4}"/>
              </a:ext>
            </a:extLst>
          </p:cNvPr>
          <p:cNvSpPr>
            <a:spLocks noGrp="1"/>
          </p:cNvSpPr>
          <p:nvPr>
            <p:ph type="dt" sz="half" idx="10"/>
          </p:nvPr>
        </p:nvSpPr>
        <p:spPr/>
        <p:txBody>
          <a:bodyPr/>
          <a:lstStyle/>
          <a:p>
            <a:fld id="{ACF69C9D-8F1C-4860-88BC-5154186A840A}" type="datetimeFigureOut">
              <a:rPr lang="en-IN" smtClean="0"/>
              <a:t>05-01-2025</a:t>
            </a:fld>
            <a:endParaRPr lang="en-IN"/>
          </a:p>
        </p:txBody>
      </p:sp>
      <p:sp>
        <p:nvSpPr>
          <p:cNvPr id="5" name="Footer Placeholder 4">
            <a:extLst>
              <a:ext uri="{FF2B5EF4-FFF2-40B4-BE49-F238E27FC236}">
                <a16:creationId xmlns:a16="http://schemas.microsoft.com/office/drawing/2014/main" id="{A591498E-B96E-AFB1-040D-EAC625633A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9CBE9B-E548-22A1-8AA5-B68E11753723}"/>
              </a:ext>
            </a:extLst>
          </p:cNvPr>
          <p:cNvSpPr>
            <a:spLocks noGrp="1"/>
          </p:cNvSpPr>
          <p:nvPr>
            <p:ph type="sldNum" sz="quarter" idx="12"/>
          </p:nvPr>
        </p:nvSpPr>
        <p:spPr/>
        <p:txBody>
          <a:bodyPr/>
          <a:lstStyle/>
          <a:p>
            <a:fld id="{42773A3F-8A4A-4D70-86EB-2540161C65EF}" type="slidenum">
              <a:rPr lang="en-IN" smtClean="0"/>
              <a:t>‹#›</a:t>
            </a:fld>
            <a:endParaRPr lang="en-IN"/>
          </a:p>
        </p:txBody>
      </p:sp>
    </p:spTree>
    <p:extLst>
      <p:ext uri="{BB962C8B-B14F-4D97-AF65-F5344CB8AC3E}">
        <p14:creationId xmlns:p14="http://schemas.microsoft.com/office/powerpoint/2010/main" val="1738425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92A7AD-40AE-5E15-FA8A-F69D34F28D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6A7436-E155-64AE-3EE4-2C7E862E7C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14C43F-A27B-3E90-3C3E-186A41EE6B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F69C9D-8F1C-4860-88BC-5154186A840A}" type="datetimeFigureOut">
              <a:rPr lang="en-IN" smtClean="0"/>
              <a:t>05-01-2025</a:t>
            </a:fld>
            <a:endParaRPr lang="en-IN"/>
          </a:p>
        </p:txBody>
      </p:sp>
      <p:sp>
        <p:nvSpPr>
          <p:cNvPr id="5" name="Footer Placeholder 4">
            <a:extLst>
              <a:ext uri="{FF2B5EF4-FFF2-40B4-BE49-F238E27FC236}">
                <a16:creationId xmlns:a16="http://schemas.microsoft.com/office/drawing/2014/main" id="{9C6150A0-C256-33DF-A02A-366CB5F772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D9CBDC-0490-6D31-DF76-40790ADEDD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773A3F-8A4A-4D70-86EB-2540161C65EF}" type="slidenum">
              <a:rPr lang="en-IN" smtClean="0"/>
              <a:t>‹#›</a:t>
            </a:fld>
            <a:endParaRPr lang="en-IN"/>
          </a:p>
        </p:txBody>
      </p:sp>
    </p:spTree>
    <p:extLst>
      <p:ext uri="{BB962C8B-B14F-4D97-AF65-F5344CB8AC3E}">
        <p14:creationId xmlns:p14="http://schemas.microsoft.com/office/powerpoint/2010/main" val="749314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hyperlink" Target="https://github.com/shweatank/Mirafra_LDD_BATCH/tree/ashrithareddy/PROJECT" TargetMode="Externa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EC7CA-ABAE-32AD-B3C1-8F1FAB443A13}"/>
              </a:ext>
            </a:extLst>
          </p:cNvPr>
          <p:cNvSpPr>
            <a:spLocks noGrp="1"/>
          </p:cNvSpPr>
          <p:nvPr>
            <p:ph type="ctrTitle"/>
          </p:nvPr>
        </p:nvSpPr>
        <p:spPr/>
        <p:txBody>
          <a:bodyPr/>
          <a:lstStyle/>
          <a:p>
            <a:r>
              <a:rPr lang="en-IN" sz="6000" dirty="0">
                <a:latin typeface="Times New Roman" panose="02020603050405020304" pitchFamily="18" charset="0"/>
                <a:cs typeface="Times New Roman" panose="02020603050405020304" pitchFamily="18" charset="0"/>
              </a:rPr>
              <a:t>	</a:t>
            </a:r>
            <a:r>
              <a:rPr lang="en-IN" sz="7200" dirty="0">
                <a:latin typeface="+mn-lt"/>
                <a:cs typeface="Times New Roman" panose="02020603050405020304" pitchFamily="18" charset="0"/>
              </a:rPr>
              <a:t>DATA TRANSFER via 					      	UART</a:t>
            </a:r>
            <a:endParaRPr lang="en-IN" sz="7200" dirty="0">
              <a:latin typeface="+mn-lt"/>
            </a:endParaRPr>
          </a:p>
        </p:txBody>
      </p:sp>
      <p:sp>
        <p:nvSpPr>
          <p:cNvPr id="3" name="Subtitle 2">
            <a:extLst>
              <a:ext uri="{FF2B5EF4-FFF2-40B4-BE49-F238E27FC236}">
                <a16:creationId xmlns:a16="http://schemas.microsoft.com/office/drawing/2014/main" id="{0F3DF9C9-A1AD-5DB8-2459-895C3ABBB932}"/>
              </a:ext>
            </a:extLst>
          </p:cNvPr>
          <p:cNvSpPr>
            <a:spLocks noGrp="1"/>
          </p:cNvSpPr>
          <p:nvPr>
            <p:ph type="subTitle" idx="1"/>
          </p:nvPr>
        </p:nvSpPr>
        <p:spPr/>
        <p:txBody>
          <a:bodyPr/>
          <a:lstStyle/>
          <a:p>
            <a:pPr lvl="8"/>
            <a:endParaRPr lang="en-GB" sz="2000" b="1" dirty="0"/>
          </a:p>
          <a:p>
            <a:pPr lvl="8"/>
            <a:r>
              <a:rPr lang="en-GB" sz="2000" b="1" dirty="0"/>
              <a:t>Team 8: </a:t>
            </a:r>
            <a:r>
              <a:rPr lang="en-GB" sz="2000" dirty="0"/>
              <a:t>Project Overview and Implementation</a:t>
            </a:r>
            <a:br>
              <a:rPr lang="en-GB" sz="2000" dirty="0"/>
            </a:br>
            <a:r>
              <a:rPr lang="en-GB" sz="2000" b="1" dirty="0"/>
              <a:t>Presented by: </a:t>
            </a:r>
            <a:r>
              <a:rPr lang="en-GB" sz="2000" dirty="0"/>
              <a:t>Ashritha and </a:t>
            </a:r>
            <a:r>
              <a:rPr lang="en-GB" sz="2000" dirty="0" err="1"/>
              <a:t>Sujitha</a:t>
            </a:r>
            <a:endParaRPr lang="en-IN" sz="2000" dirty="0"/>
          </a:p>
          <a:p>
            <a:endParaRPr lang="en-IN" dirty="0"/>
          </a:p>
        </p:txBody>
      </p:sp>
    </p:spTree>
    <p:extLst>
      <p:ext uri="{BB962C8B-B14F-4D97-AF65-F5344CB8AC3E}">
        <p14:creationId xmlns:p14="http://schemas.microsoft.com/office/powerpoint/2010/main" val="2586037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3625-E3EE-DBC5-EB4B-70089718FD9A}"/>
              </a:ext>
            </a:extLst>
          </p:cNvPr>
          <p:cNvSpPr>
            <a:spLocks noGrp="1"/>
          </p:cNvSpPr>
          <p:nvPr>
            <p:ph type="title"/>
          </p:nvPr>
        </p:nvSpPr>
        <p:spPr/>
        <p:txBody>
          <a:bodyPr/>
          <a:lstStyle/>
          <a:p>
            <a:r>
              <a:rPr lang="en-GB" dirty="0">
                <a:latin typeface="+mn-lt"/>
              </a:rPr>
              <a:t>AIM AND OBJECTIVE</a:t>
            </a:r>
            <a:endParaRPr lang="en-IN" dirty="0">
              <a:latin typeface="+mn-lt"/>
            </a:endParaRPr>
          </a:p>
        </p:txBody>
      </p:sp>
      <p:sp>
        <p:nvSpPr>
          <p:cNvPr id="3" name="Content Placeholder 2">
            <a:extLst>
              <a:ext uri="{FF2B5EF4-FFF2-40B4-BE49-F238E27FC236}">
                <a16:creationId xmlns:a16="http://schemas.microsoft.com/office/drawing/2014/main" id="{6C92EED0-56F3-0695-7CF8-8189DBD95128}"/>
              </a:ext>
            </a:extLst>
          </p:cNvPr>
          <p:cNvSpPr>
            <a:spLocks noGrp="1"/>
          </p:cNvSpPr>
          <p:nvPr>
            <p:ph idx="1"/>
          </p:nvPr>
        </p:nvSpPr>
        <p:spPr/>
        <p:txBody>
          <a:bodyPr/>
          <a:lstStyle/>
          <a:p>
            <a:r>
              <a:rPr lang="en-GB" dirty="0">
                <a:cs typeface="Times New Roman" panose="02020603050405020304" pitchFamily="18" charset="0"/>
              </a:rPr>
              <a:t>Send data via UART using device drivers(module programming).</a:t>
            </a:r>
            <a:endParaRPr lang="en-GB" dirty="0">
              <a:solidFill>
                <a:schemeClr val="bg1"/>
              </a:solidFill>
              <a:cs typeface="Times New Roman" panose="02020603050405020304" pitchFamily="18" charset="0"/>
            </a:endParaRPr>
          </a:p>
          <a:p>
            <a:r>
              <a:rPr lang="en-GB" dirty="0">
                <a:cs typeface="Times New Roman" panose="02020603050405020304" pitchFamily="18" charset="0"/>
              </a:rPr>
              <a:t>The objective of this project is to implement a UART (Universal Asynchronous Receiver-Transmitter) driver on a Raspberry Pi using a Linux kernel module. This module will enable the transfer of data between devices over UART, allowing serial communication.</a:t>
            </a:r>
            <a:endParaRPr lang="en-IN" dirty="0"/>
          </a:p>
        </p:txBody>
      </p:sp>
    </p:spTree>
    <p:extLst>
      <p:ext uri="{BB962C8B-B14F-4D97-AF65-F5344CB8AC3E}">
        <p14:creationId xmlns:p14="http://schemas.microsoft.com/office/powerpoint/2010/main" val="3957918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64AAF-5D92-CEB2-35C1-3C4DFC2D9A6E}"/>
              </a:ext>
            </a:extLst>
          </p:cNvPr>
          <p:cNvSpPr>
            <a:spLocks noGrp="1"/>
          </p:cNvSpPr>
          <p:nvPr>
            <p:ph type="title"/>
          </p:nvPr>
        </p:nvSpPr>
        <p:spPr/>
        <p:txBody>
          <a:bodyPr/>
          <a:lstStyle/>
          <a:p>
            <a:r>
              <a:rPr lang="en-GB" dirty="0">
                <a:latin typeface="+mn-lt"/>
              </a:rPr>
              <a:t>OVERVIEW</a:t>
            </a:r>
            <a:endParaRPr lang="en-IN" dirty="0">
              <a:latin typeface="+mn-lt"/>
            </a:endParaRPr>
          </a:p>
        </p:txBody>
      </p:sp>
      <p:sp>
        <p:nvSpPr>
          <p:cNvPr id="3" name="Content Placeholder 2">
            <a:extLst>
              <a:ext uri="{FF2B5EF4-FFF2-40B4-BE49-F238E27FC236}">
                <a16:creationId xmlns:a16="http://schemas.microsoft.com/office/drawing/2014/main" id="{3E132605-362E-D180-1870-73DE77396109}"/>
              </a:ext>
            </a:extLst>
          </p:cNvPr>
          <p:cNvSpPr>
            <a:spLocks noGrp="1"/>
          </p:cNvSpPr>
          <p:nvPr>
            <p:ph idx="1"/>
          </p:nvPr>
        </p:nvSpPr>
        <p:spPr/>
        <p:txBody>
          <a:bodyPr/>
          <a:lstStyle/>
          <a:p>
            <a:r>
              <a:rPr lang="en-GB" sz="2800" dirty="0">
                <a:cs typeface="Times New Roman" panose="02020603050405020304" pitchFamily="18" charset="0"/>
              </a:rPr>
              <a:t>The UART communication protocol is widely used in embedded systems for transferring data between devices. It allows for data transmission one bit at a time over a single data line. This document describes the steps involved in implementing a simple UART driver using the Linux kernel module on the Raspberry Pi.</a:t>
            </a:r>
          </a:p>
          <a:p>
            <a:r>
              <a:rPr lang="en-GB" sz="2800" dirty="0">
                <a:cs typeface="Times New Roman" panose="02020603050405020304" pitchFamily="18" charset="0"/>
              </a:rPr>
              <a:t>This module opens a UART port (/dev/&lt;</a:t>
            </a:r>
            <a:r>
              <a:rPr lang="en-GB" sz="2800" dirty="0" err="1">
                <a:cs typeface="Times New Roman" panose="02020603050405020304" pitchFamily="18" charset="0"/>
              </a:rPr>
              <a:t>dev_name</a:t>
            </a:r>
            <a:r>
              <a:rPr lang="en-GB" sz="2800" dirty="0">
                <a:cs typeface="Times New Roman" panose="02020603050405020304" pitchFamily="18" charset="0"/>
              </a:rPr>
              <a:t>&gt;), supports reading and writing to it, and provides basic error handling for common communication issues. The goal of this implementation is to demonstrate how to use Linux kernel facilities to communicate via UART</a:t>
            </a:r>
            <a:r>
              <a:rPr lang="en-GB" sz="2400" dirty="0">
                <a:cs typeface="Times New Roman" panose="02020603050405020304" pitchFamily="18" charset="0"/>
              </a:rPr>
              <a:t>.</a:t>
            </a:r>
            <a:endParaRPr lang="en-GB" dirty="0">
              <a:cs typeface="Times New Roman" panose="02020603050405020304" pitchFamily="18" charset="0"/>
            </a:endParaRPr>
          </a:p>
          <a:p>
            <a:endParaRPr lang="en-IN" dirty="0"/>
          </a:p>
        </p:txBody>
      </p:sp>
    </p:spTree>
    <p:extLst>
      <p:ext uri="{BB962C8B-B14F-4D97-AF65-F5344CB8AC3E}">
        <p14:creationId xmlns:p14="http://schemas.microsoft.com/office/powerpoint/2010/main" val="3003162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0DC05-0C15-F975-E447-A2A012245269}"/>
              </a:ext>
            </a:extLst>
          </p:cNvPr>
          <p:cNvSpPr>
            <a:spLocks noGrp="1"/>
          </p:cNvSpPr>
          <p:nvPr>
            <p:ph type="title"/>
          </p:nvPr>
        </p:nvSpPr>
        <p:spPr/>
        <p:txBody>
          <a:bodyPr/>
          <a:lstStyle/>
          <a:p>
            <a:r>
              <a:rPr lang="en-GB" dirty="0">
                <a:latin typeface="+mn-lt"/>
              </a:rPr>
              <a:t>BLOCK DIAGARAM</a:t>
            </a:r>
            <a:endParaRPr lang="en-IN" dirty="0">
              <a:latin typeface="+mn-lt"/>
            </a:endParaRPr>
          </a:p>
        </p:txBody>
      </p:sp>
      <p:pic>
        <p:nvPicPr>
          <p:cNvPr id="4" name="Picture 2" descr="Simple Linux character device driver – Oleg Kutkov personal blog">
            <a:extLst>
              <a:ext uri="{FF2B5EF4-FFF2-40B4-BE49-F238E27FC236}">
                <a16:creationId xmlns:a16="http://schemas.microsoft.com/office/drawing/2014/main" id="{928C0781-A5F6-5298-BB9E-D4BBE2DE169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2003" y="1690688"/>
            <a:ext cx="47592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399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3C8A3-20CC-BFCB-8016-20773495669F}"/>
              </a:ext>
            </a:extLst>
          </p:cNvPr>
          <p:cNvSpPr>
            <a:spLocks noGrp="1"/>
          </p:cNvSpPr>
          <p:nvPr>
            <p:ph type="title"/>
          </p:nvPr>
        </p:nvSpPr>
        <p:spPr/>
        <p:txBody>
          <a:bodyPr/>
          <a:lstStyle/>
          <a:p>
            <a:r>
              <a:rPr lang="en-IN" dirty="0">
                <a:latin typeface="+mn-lt"/>
                <a:cs typeface="Times New Roman" panose="02020603050405020304" pitchFamily="18" charset="0"/>
              </a:rPr>
              <a:t>METHODOLOGY INVOLVED</a:t>
            </a:r>
            <a:endParaRPr lang="en-IN" dirty="0">
              <a:latin typeface="+mn-lt"/>
            </a:endParaRPr>
          </a:p>
        </p:txBody>
      </p:sp>
      <p:graphicFrame>
        <p:nvGraphicFramePr>
          <p:cNvPr id="6" name="Content Placeholder 5">
            <a:extLst>
              <a:ext uri="{FF2B5EF4-FFF2-40B4-BE49-F238E27FC236}">
                <a16:creationId xmlns:a16="http://schemas.microsoft.com/office/drawing/2014/main" id="{22DBCBCC-5CF2-9B57-6F77-AFA2EE93EECF}"/>
              </a:ext>
            </a:extLst>
          </p:cNvPr>
          <p:cNvGraphicFramePr>
            <a:graphicFrameLocks noGrp="1"/>
          </p:cNvGraphicFramePr>
          <p:nvPr>
            <p:ph idx="1"/>
            <p:extLst>
              <p:ext uri="{D42A27DB-BD31-4B8C-83A1-F6EECF244321}">
                <p14:modId xmlns:p14="http://schemas.microsoft.com/office/powerpoint/2010/main" val="171223261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8417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983A-B42B-007C-933E-18DF5F7004C0}"/>
              </a:ext>
            </a:extLst>
          </p:cNvPr>
          <p:cNvSpPr>
            <a:spLocks noGrp="1"/>
          </p:cNvSpPr>
          <p:nvPr>
            <p:ph type="title"/>
          </p:nvPr>
        </p:nvSpPr>
        <p:spPr>
          <a:xfrm>
            <a:off x="670249" y="197174"/>
            <a:ext cx="10515600" cy="1325563"/>
          </a:xfrm>
        </p:spPr>
        <p:txBody>
          <a:bodyPr/>
          <a:lstStyle/>
          <a:p>
            <a:r>
              <a:rPr lang="en-GB" dirty="0">
                <a:latin typeface="+mn-lt"/>
              </a:rPr>
              <a:t>FLOW</a:t>
            </a:r>
            <a:r>
              <a:rPr lang="en-GB" dirty="0"/>
              <a:t> </a:t>
            </a:r>
            <a:endParaRPr lang="en-IN" dirty="0"/>
          </a:p>
        </p:txBody>
      </p:sp>
      <p:sp>
        <p:nvSpPr>
          <p:cNvPr id="3" name="Content Placeholder 2">
            <a:extLst>
              <a:ext uri="{FF2B5EF4-FFF2-40B4-BE49-F238E27FC236}">
                <a16:creationId xmlns:a16="http://schemas.microsoft.com/office/drawing/2014/main" id="{01AD19AC-1A9E-80DB-1D9A-1B4903928854}"/>
              </a:ext>
            </a:extLst>
          </p:cNvPr>
          <p:cNvSpPr>
            <a:spLocks noGrp="1"/>
          </p:cNvSpPr>
          <p:nvPr>
            <p:ph idx="1"/>
          </p:nvPr>
        </p:nvSpPr>
        <p:spPr>
          <a:xfrm>
            <a:off x="838200" y="1343608"/>
            <a:ext cx="10515600" cy="4833355"/>
          </a:xfrm>
        </p:spPr>
        <p:txBody>
          <a:bodyPr>
            <a:normAutofit fontScale="25000" lnSpcReduction="20000"/>
          </a:bodyPr>
          <a:lstStyle/>
          <a:p>
            <a:r>
              <a:rPr lang="en-IN" sz="6400" b="1" dirty="0">
                <a:cs typeface="Times New Roman" panose="02020603050405020304" pitchFamily="18" charset="0"/>
              </a:rPr>
              <a:t>Start (Load Kernel Module)  </a:t>
            </a:r>
          </a:p>
          <a:p>
            <a:pPr marL="0" indent="0">
              <a:buNone/>
            </a:pPr>
            <a:r>
              <a:rPr lang="en-IN" sz="6400" dirty="0">
                <a:cs typeface="Times New Roman" panose="02020603050405020304" pitchFamily="18" charset="0"/>
              </a:rPr>
              <a:t>  Trigger: </a:t>
            </a:r>
            <a:r>
              <a:rPr lang="en-IN" sz="6400" b="1" dirty="0" err="1">
                <a:cs typeface="Times New Roman" panose="02020603050405020304" pitchFamily="18" charset="0"/>
              </a:rPr>
              <a:t>insmod</a:t>
            </a:r>
            <a:r>
              <a:rPr lang="en-IN" sz="6400" dirty="0">
                <a:cs typeface="Times New Roman" panose="02020603050405020304" pitchFamily="18" charset="0"/>
              </a:rPr>
              <a:t> loads the kernel module.</a:t>
            </a:r>
          </a:p>
          <a:p>
            <a:r>
              <a:rPr lang="en-IN" sz="6400" b="1" dirty="0">
                <a:cs typeface="Times New Roman" panose="02020603050405020304" pitchFamily="18" charset="0"/>
              </a:rPr>
              <a:t>Initialize UART Communication    </a:t>
            </a:r>
          </a:p>
          <a:p>
            <a:pPr marL="0" indent="0">
              <a:buNone/>
            </a:pPr>
            <a:r>
              <a:rPr lang="en-IN" sz="6400" dirty="0">
                <a:cs typeface="Times New Roman" panose="02020603050405020304" pitchFamily="18" charset="0"/>
              </a:rPr>
              <a:t> Action: Call </a:t>
            </a:r>
            <a:r>
              <a:rPr lang="en-IN" sz="6400" dirty="0" err="1">
                <a:cs typeface="Times New Roman" panose="02020603050405020304" pitchFamily="18" charset="0"/>
              </a:rPr>
              <a:t>uart_init</a:t>
            </a:r>
            <a:r>
              <a:rPr lang="en-IN" sz="6400" dirty="0">
                <a:cs typeface="Times New Roman" panose="02020603050405020304" pitchFamily="18" charset="0"/>
              </a:rPr>
              <a:t>() to register the character device.</a:t>
            </a:r>
          </a:p>
          <a:p>
            <a:r>
              <a:rPr lang="en-IN" sz="6400" b="1" dirty="0">
                <a:cs typeface="Times New Roman" panose="02020603050405020304" pitchFamily="18" charset="0"/>
              </a:rPr>
              <a:t>Open UART Device (Call </a:t>
            </a:r>
            <a:r>
              <a:rPr lang="en-IN" sz="6400" b="1" dirty="0" err="1">
                <a:cs typeface="Times New Roman" panose="02020603050405020304" pitchFamily="18" charset="0"/>
              </a:rPr>
              <a:t>uart_open</a:t>
            </a:r>
            <a:r>
              <a:rPr lang="en-IN" sz="6400" b="1" dirty="0">
                <a:cs typeface="Times New Roman" panose="02020603050405020304" pitchFamily="18" charset="0"/>
              </a:rPr>
              <a:t>())   </a:t>
            </a:r>
          </a:p>
          <a:p>
            <a:pPr marL="0" indent="0">
              <a:buNone/>
            </a:pPr>
            <a:r>
              <a:rPr lang="en-IN" sz="6400" dirty="0">
                <a:cs typeface="Times New Roman" panose="02020603050405020304" pitchFamily="18" charset="0"/>
              </a:rPr>
              <a:t>  Action: User space app opens the device (e.g., /dev/ttyS0).</a:t>
            </a:r>
          </a:p>
          <a:p>
            <a:r>
              <a:rPr lang="en-IN" sz="6400" b="1" dirty="0">
                <a:cs typeface="Times New Roman" panose="02020603050405020304" pitchFamily="18" charset="0"/>
              </a:rPr>
              <a:t>UART Device Open Check    </a:t>
            </a:r>
          </a:p>
          <a:p>
            <a:pPr marL="0" indent="0">
              <a:buNone/>
            </a:pPr>
            <a:r>
              <a:rPr lang="en-IN" sz="6400" dirty="0">
                <a:cs typeface="Times New Roman" panose="02020603050405020304" pitchFamily="18" charset="0"/>
              </a:rPr>
              <a:t> Success: Proceed to the next step.    Failure: Log error, exit process.</a:t>
            </a:r>
          </a:p>
          <a:p>
            <a:r>
              <a:rPr lang="en-IN" sz="6400" b="1" dirty="0">
                <a:cs typeface="Times New Roman" panose="02020603050405020304" pitchFamily="18" charset="0"/>
              </a:rPr>
              <a:t>Send Data (Call </a:t>
            </a:r>
            <a:r>
              <a:rPr lang="en-IN" sz="6400" b="1" dirty="0" err="1">
                <a:cs typeface="Times New Roman" panose="02020603050405020304" pitchFamily="18" charset="0"/>
              </a:rPr>
              <a:t>uart_write</a:t>
            </a:r>
            <a:r>
              <a:rPr lang="en-IN" sz="6400" b="1" dirty="0">
                <a:cs typeface="Times New Roman" panose="02020603050405020304" pitchFamily="18" charset="0"/>
              </a:rPr>
              <a:t>())  </a:t>
            </a:r>
          </a:p>
          <a:p>
            <a:pPr marL="0" indent="0">
              <a:buNone/>
            </a:pPr>
            <a:r>
              <a:rPr lang="en-IN" sz="6400" dirty="0">
                <a:cs typeface="Times New Roman" panose="02020603050405020304" pitchFamily="18" charset="0"/>
              </a:rPr>
              <a:t> Action: Write data to UART device (via echo or other program).</a:t>
            </a:r>
          </a:p>
          <a:p>
            <a:r>
              <a:rPr lang="en-IN" sz="6400" b="1" dirty="0">
                <a:cs typeface="Times New Roman" panose="02020603050405020304" pitchFamily="18" charset="0"/>
              </a:rPr>
              <a:t>Check for Data Availability (Call </a:t>
            </a:r>
            <a:r>
              <a:rPr lang="en-IN" sz="6400" b="1" dirty="0" err="1">
                <a:cs typeface="Times New Roman" panose="02020603050405020304" pitchFamily="18" charset="0"/>
              </a:rPr>
              <a:t>uart_read</a:t>
            </a:r>
            <a:r>
              <a:rPr lang="en-IN" sz="6400" b="1" dirty="0">
                <a:cs typeface="Times New Roman" panose="02020603050405020304" pitchFamily="18" charset="0"/>
              </a:rPr>
              <a:t>())    </a:t>
            </a:r>
          </a:p>
          <a:p>
            <a:pPr marL="0" indent="0">
              <a:buNone/>
            </a:pPr>
            <a:r>
              <a:rPr lang="en-IN" sz="6400" dirty="0">
                <a:cs typeface="Times New Roman" panose="02020603050405020304" pitchFamily="18" charset="0"/>
              </a:rPr>
              <a:t> Action: Kernel checks if data is available for reading.</a:t>
            </a:r>
          </a:p>
          <a:p>
            <a:r>
              <a:rPr lang="en-IN" sz="6400" b="1" dirty="0">
                <a:cs typeface="Times New Roman" panose="02020603050405020304" pitchFamily="18" charset="0"/>
              </a:rPr>
              <a:t>Data Available / No Data    </a:t>
            </a:r>
          </a:p>
          <a:p>
            <a:pPr marL="0" indent="0">
              <a:buNone/>
            </a:pPr>
            <a:r>
              <a:rPr lang="en-IN" sz="6400" dirty="0">
                <a:cs typeface="Times New Roman" panose="02020603050405020304" pitchFamily="18" charset="0"/>
              </a:rPr>
              <a:t>Data Available: Read and process data using </a:t>
            </a:r>
            <a:r>
              <a:rPr lang="en-IN" sz="6400" dirty="0" err="1">
                <a:cs typeface="Times New Roman" panose="02020603050405020304" pitchFamily="18" charset="0"/>
              </a:rPr>
              <a:t>uart_read</a:t>
            </a:r>
            <a:r>
              <a:rPr lang="en-IN" sz="6400" dirty="0">
                <a:cs typeface="Times New Roman" panose="02020603050405020304" pitchFamily="18" charset="0"/>
              </a:rPr>
              <a:t>().    </a:t>
            </a:r>
          </a:p>
          <a:p>
            <a:pPr marL="0" indent="0">
              <a:buNone/>
            </a:pPr>
            <a:r>
              <a:rPr lang="en-IN" sz="6400" dirty="0">
                <a:cs typeface="Times New Roman" panose="02020603050405020304" pitchFamily="18" charset="0"/>
              </a:rPr>
              <a:t>No Data: Return without action.</a:t>
            </a:r>
          </a:p>
          <a:p>
            <a:r>
              <a:rPr lang="en-IN" sz="6400" b="1" dirty="0">
                <a:cs typeface="Times New Roman" panose="02020603050405020304" pitchFamily="18" charset="0"/>
              </a:rPr>
              <a:t>Exit (Unload Kernel Module)    </a:t>
            </a:r>
          </a:p>
          <a:p>
            <a:pPr marL="0" indent="0">
              <a:buNone/>
            </a:pPr>
            <a:r>
              <a:rPr lang="en-IN" sz="6400" dirty="0">
                <a:cs typeface="Times New Roman" panose="02020603050405020304" pitchFamily="18" charset="0"/>
              </a:rPr>
              <a:t>Trigger: </a:t>
            </a:r>
            <a:r>
              <a:rPr lang="en-IN" sz="6400" b="1" dirty="0" err="1">
                <a:cs typeface="Times New Roman" panose="02020603050405020304" pitchFamily="18" charset="0"/>
              </a:rPr>
              <a:t>rmmod</a:t>
            </a:r>
            <a:r>
              <a:rPr lang="en-IN" sz="6400" dirty="0">
                <a:cs typeface="Times New Roman" panose="02020603050405020304" pitchFamily="18" charset="0"/>
              </a:rPr>
              <a:t> unloads module.    Action: Call </a:t>
            </a:r>
            <a:r>
              <a:rPr lang="en-IN" sz="6400" dirty="0" err="1">
                <a:cs typeface="Times New Roman" panose="02020603050405020304" pitchFamily="18" charset="0"/>
              </a:rPr>
              <a:t>uart_exit</a:t>
            </a:r>
            <a:r>
              <a:rPr lang="en-IN" sz="6400" dirty="0">
                <a:cs typeface="Times New Roman" panose="02020603050405020304" pitchFamily="18" charset="0"/>
              </a:rPr>
              <a:t>() to unregister the device.</a:t>
            </a:r>
          </a:p>
          <a:p>
            <a:pPr marL="0" indent="0">
              <a:buNone/>
            </a:pPr>
            <a:endParaRPr lang="en-IN" sz="2800" dirty="0">
              <a:cs typeface="Times New Roman" panose="02020603050405020304" pitchFamily="18" charset="0"/>
            </a:endParaRPr>
          </a:p>
          <a:p>
            <a:endParaRPr lang="en-IN" dirty="0"/>
          </a:p>
        </p:txBody>
      </p:sp>
    </p:spTree>
    <p:extLst>
      <p:ext uri="{BB962C8B-B14F-4D97-AF65-F5344CB8AC3E}">
        <p14:creationId xmlns:p14="http://schemas.microsoft.com/office/powerpoint/2010/main" val="2074551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F7007-1EDD-A5B0-5094-D9984127950C}"/>
              </a:ext>
            </a:extLst>
          </p:cNvPr>
          <p:cNvSpPr>
            <a:spLocks noGrp="1"/>
          </p:cNvSpPr>
          <p:nvPr>
            <p:ph type="title"/>
          </p:nvPr>
        </p:nvSpPr>
        <p:spPr/>
        <p:txBody>
          <a:bodyPr/>
          <a:lstStyle/>
          <a:p>
            <a:r>
              <a:rPr lang="en-GB" dirty="0">
                <a:latin typeface="+mn-lt"/>
              </a:rPr>
              <a:t>RESULT</a:t>
            </a:r>
            <a:endParaRPr lang="en-IN" dirty="0">
              <a:latin typeface="+mn-lt"/>
            </a:endParaRPr>
          </a:p>
        </p:txBody>
      </p:sp>
      <p:pic>
        <p:nvPicPr>
          <p:cNvPr id="4" name="WhatsApp Video 2024-12-25 at 16.02.37">
            <a:hlinkClick r:id="" action="ppaction://media"/>
            <a:extLst>
              <a:ext uri="{FF2B5EF4-FFF2-40B4-BE49-F238E27FC236}">
                <a16:creationId xmlns:a16="http://schemas.microsoft.com/office/drawing/2014/main" id="{2DFA3BC6-A899-3A5E-EB5D-3C6F4356E61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817914" y="1592360"/>
            <a:ext cx="5144278" cy="3007632"/>
          </a:xfrm>
        </p:spPr>
      </p:pic>
      <p:sp>
        <p:nvSpPr>
          <p:cNvPr id="6" name="TextBox 5">
            <a:extLst>
              <a:ext uri="{FF2B5EF4-FFF2-40B4-BE49-F238E27FC236}">
                <a16:creationId xmlns:a16="http://schemas.microsoft.com/office/drawing/2014/main" id="{69EEE05D-4676-71D9-59C1-C9160F11B965}"/>
              </a:ext>
            </a:extLst>
          </p:cNvPr>
          <p:cNvSpPr txBox="1"/>
          <p:nvPr/>
        </p:nvSpPr>
        <p:spPr>
          <a:xfrm>
            <a:off x="931507" y="4962628"/>
            <a:ext cx="8399883" cy="369332"/>
          </a:xfrm>
          <a:prstGeom prst="rect">
            <a:avLst/>
          </a:prstGeom>
          <a:noFill/>
        </p:spPr>
        <p:txBody>
          <a:bodyPr wrap="square">
            <a:spAutoFit/>
          </a:bodyPr>
          <a:lstStyle/>
          <a:p>
            <a:pPr marL="0" indent="0">
              <a:buNone/>
            </a:pPr>
            <a:r>
              <a:rPr lang="en-IN" sz="1800" dirty="0">
                <a:latin typeface="Times New Roman" panose="02020603050405020304" pitchFamily="18" charset="0"/>
                <a:cs typeface="Times New Roman" panose="02020603050405020304" pitchFamily="18" charset="0"/>
                <a:hlinkClick r:id="rId5"/>
              </a:rPr>
              <a:t>https://github.com/shweatank/Mirafra_LDD_BATCH/tree/ashrithareddy/PROJECT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159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81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100000">
                <p:cTn id="12" fill="hold" display="0">
                  <p:stCondLst>
                    <p:cond delay="indefinite"/>
                  </p:stCondLst>
                </p:cTn>
                <p:tgtEl>
                  <p:spTgt spid="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6CFB-75E6-EA6B-2538-45A06F742A8C}"/>
              </a:ext>
            </a:extLst>
          </p:cNvPr>
          <p:cNvSpPr>
            <a:spLocks noGrp="1"/>
          </p:cNvSpPr>
          <p:nvPr>
            <p:ph type="title"/>
          </p:nvPr>
        </p:nvSpPr>
        <p:spPr/>
        <p:txBody>
          <a:bodyPr/>
          <a:lstStyle/>
          <a:p>
            <a:r>
              <a:rPr lang="en-IN" dirty="0">
                <a:latin typeface="+mn-lt"/>
                <a:cs typeface="Times New Roman" panose="02020603050405020304" pitchFamily="18" charset="0"/>
              </a:rPr>
              <a:t>CONCLUSION</a:t>
            </a:r>
            <a:endParaRPr lang="en-IN" dirty="0">
              <a:latin typeface="+mn-lt"/>
            </a:endParaRPr>
          </a:p>
        </p:txBody>
      </p:sp>
      <p:sp>
        <p:nvSpPr>
          <p:cNvPr id="3" name="Content Placeholder 2">
            <a:extLst>
              <a:ext uri="{FF2B5EF4-FFF2-40B4-BE49-F238E27FC236}">
                <a16:creationId xmlns:a16="http://schemas.microsoft.com/office/drawing/2014/main" id="{58443923-3C65-0769-7FF8-5EF8560DF7F8}"/>
              </a:ext>
            </a:extLst>
          </p:cNvPr>
          <p:cNvSpPr>
            <a:spLocks noGrp="1"/>
          </p:cNvSpPr>
          <p:nvPr>
            <p:ph idx="1"/>
          </p:nvPr>
        </p:nvSpPr>
        <p:spPr/>
        <p:txBody>
          <a:bodyPr/>
          <a:lstStyle/>
          <a:p>
            <a:r>
              <a:rPr lang="en-GB" dirty="0">
                <a:cs typeface="Times New Roman" panose="02020603050405020304" pitchFamily="18" charset="0"/>
              </a:rPr>
              <a:t>This UART driver module successfully implements serial communication on the Raspberry Pi using the Linux kernel. The system facilitates basic data transfer between devices over UART, including sending and receiving data. The module also handles opening and closing the device, reading and writing data, and error handling, providing a simple yet robust method for serial communication. This implementation can be further extended for more complex use cases, such as interfacing with microcontrollers or sensors.</a:t>
            </a:r>
          </a:p>
        </p:txBody>
      </p:sp>
    </p:spTree>
    <p:extLst>
      <p:ext uri="{BB962C8B-B14F-4D97-AF65-F5344CB8AC3E}">
        <p14:creationId xmlns:p14="http://schemas.microsoft.com/office/powerpoint/2010/main" val="3379674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6FE4-1ED2-6079-ED87-CD0F60712FD7}"/>
              </a:ext>
            </a:extLst>
          </p:cNvPr>
          <p:cNvSpPr>
            <a:spLocks noGrp="1"/>
          </p:cNvSpPr>
          <p:nvPr>
            <p:ph type="title"/>
          </p:nvPr>
        </p:nvSpPr>
        <p:spPr/>
        <p:txBody>
          <a:bodyPr/>
          <a:lstStyle/>
          <a:p>
            <a:r>
              <a:rPr lang="en-GB" dirty="0"/>
              <a:t> </a:t>
            </a:r>
            <a:endParaRPr lang="en-IN" dirty="0"/>
          </a:p>
        </p:txBody>
      </p:sp>
      <p:pic>
        <p:nvPicPr>
          <p:cNvPr id="4" name="Picture 2" descr="Thank You Images for PPT / Presentation - Thank You Quotes ...">
            <a:extLst>
              <a:ext uri="{FF2B5EF4-FFF2-40B4-BE49-F238E27FC236}">
                <a16:creationId xmlns:a16="http://schemas.microsoft.com/office/drawing/2014/main" id="{22B87215-F780-DE2D-C1E8-9290B2AF81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6041" y="1119673"/>
            <a:ext cx="8080310" cy="5057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1286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497</Words>
  <Application>Microsoft Office PowerPoint</Application>
  <PresentationFormat>Widescreen</PresentationFormat>
  <Paragraphs>39</Paragraphs>
  <Slides>9</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 DATA TRANSFER via             UART</vt:lpstr>
      <vt:lpstr>AIM AND OBJECTIVE</vt:lpstr>
      <vt:lpstr>OVERVIEW</vt:lpstr>
      <vt:lpstr>BLOCK DIAGARAM</vt:lpstr>
      <vt:lpstr>METHODOLOGY INVOLVED</vt:lpstr>
      <vt:lpstr>FLOW </vt:lpstr>
      <vt:lpstr>RESULT</vt:lpstr>
      <vt:lpstr>CONCLUSION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CHADA ASHRITHA REDDY</dc:creator>
  <cp:lastModifiedBy>CHADA ASHRITHA REDDY</cp:lastModifiedBy>
  <cp:revision>1</cp:revision>
  <dcterms:created xsi:type="dcterms:W3CDTF">2025-01-05T10:27:12Z</dcterms:created>
  <dcterms:modified xsi:type="dcterms:W3CDTF">2025-01-05T10:39:13Z</dcterms:modified>
</cp:coreProperties>
</file>
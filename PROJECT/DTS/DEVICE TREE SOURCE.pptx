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4" r:id="rId7"/>
    <p:sldId id="263" r:id="rId8"/>
    <p:sldId id="262" r:id="rId9"/>
    <p:sldId id="261" r:id="rId10"/>
    <p:sldId id="269" r:id="rId11"/>
    <p:sldId id="266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9A0B93-1C29-47D3-905B-1E8CC73D9807}">
          <p14:sldIdLst>
            <p14:sldId id="256"/>
            <p14:sldId id="257"/>
            <p14:sldId id="258"/>
            <p14:sldId id="260"/>
            <p14:sldId id="259"/>
            <p14:sldId id="264"/>
            <p14:sldId id="263"/>
            <p14:sldId id="262"/>
            <p14:sldId id="261"/>
            <p14:sldId id="269"/>
            <p14:sldId id="266"/>
            <p14:sldId id="265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E04B6-2266-4C6E-A366-053DE9C9C32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05716F6-4BAA-45BC-9EF3-C7A877D9FB61}">
      <dgm:prSet/>
      <dgm:spPr/>
      <dgm:t>
        <a:bodyPr/>
        <a:lstStyle/>
        <a:p>
          <a:r>
            <a:rPr lang="en-IN" b="1"/>
            <a:t>Compile the Device Tree Overlay: </a:t>
          </a:r>
          <a:endParaRPr lang="en-IN"/>
        </a:p>
      </dgm:t>
    </dgm:pt>
    <dgm:pt modelId="{19069EF4-5571-4BD0-A022-B5A8C5E638FB}" type="parTrans" cxnId="{F213BAD0-DFBF-4CA6-8389-0BA8BD5967C4}">
      <dgm:prSet/>
      <dgm:spPr/>
      <dgm:t>
        <a:bodyPr/>
        <a:lstStyle/>
        <a:p>
          <a:endParaRPr lang="en-IN"/>
        </a:p>
      </dgm:t>
    </dgm:pt>
    <dgm:pt modelId="{BCBD5B06-5B0A-4E58-BF2B-FD2D2BD5D875}" type="sibTrans" cxnId="{F213BAD0-DFBF-4CA6-8389-0BA8BD5967C4}">
      <dgm:prSet/>
      <dgm:spPr/>
      <dgm:t>
        <a:bodyPr/>
        <a:lstStyle/>
        <a:p>
          <a:endParaRPr lang="en-IN"/>
        </a:p>
      </dgm:t>
    </dgm:pt>
    <dgm:pt modelId="{E252E780-4B40-4515-B032-104736D37772}">
      <dgm:prSet/>
      <dgm:spPr/>
      <dgm:t>
        <a:bodyPr/>
        <a:lstStyle/>
        <a:p>
          <a:r>
            <a:rPr lang="en-IN"/>
            <a:t>To compile the Dts into a binary .dtbo file (Device Tree Overlay), run the following command: dtc -@ -I dts -O dtb -o gpio_led.dtbo gpio_led.dts</a:t>
          </a:r>
        </a:p>
      </dgm:t>
    </dgm:pt>
    <dgm:pt modelId="{1521C205-AAFD-4C4E-8300-3BA2A621C53A}" type="parTrans" cxnId="{405B9AE6-D657-4F09-9F24-6B4026D27EC2}">
      <dgm:prSet/>
      <dgm:spPr/>
      <dgm:t>
        <a:bodyPr/>
        <a:lstStyle/>
        <a:p>
          <a:endParaRPr lang="en-IN"/>
        </a:p>
      </dgm:t>
    </dgm:pt>
    <dgm:pt modelId="{FBEF2410-1A2F-4B63-BC46-F66178691371}" type="sibTrans" cxnId="{405B9AE6-D657-4F09-9F24-6B4026D27EC2}">
      <dgm:prSet/>
      <dgm:spPr/>
      <dgm:t>
        <a:bodyPr/>
        <a:lstStyle/>
        <a:p>
          <a:endParaRPr lang="en-IN"/>
        </a:p>
      </dgm:t>
    </dgm:pt>
    <dgm:pt modelId="{2ACEBA46-0F9D-4899-9C3A-FAD8DE80D9F9}">
      <dgm:prSet/>
      <dgm:spPr/>
      <dgm:t>
        <a:bodyPr/>
        <a:lstStyle/>
        <a:p>
          <a:r>
            <a:rPr lang="en-IN" b="1"/>
            <a:t>Load the Device Tree Overlay: </a:t>
          </a:r>
          <a:endParaRPr lang="en-IN"/>
        </a:p>
      </dgm:t>
    </dgm:pt>
    <dgm:pt modelId="{444E2005-B9BB-429C-B5E5-91177B247248}" type="parTrans" cxnId="{532132F7-72FB-4902-8F1F-887A7E448FAE}">
      <dgm:prSet/>
      <dgm:spPr/>
      <dgm:t>
        <a:bodyPr/>
        <a:lstStyle/>
        <a:p>
          <a:endParaRPr lang="en-IN"/>
        </a:p>
      </dgm:t>
    </dgm:pt>
    <dgm:pt modelId="{97E6457F-62D5-4875-9E83-E25080381799}" type="sibTrans" cxnId="{532132F7-72FB-4902-8F1F-887A7E448FAE}">
      <dgm:prSet/>
      <dgm:spPr/>
      <dgm:t>
        <a:bodyPr/>
        <a:lstStyle/>
        <a:p>
          <a:endParaRPr lang="en-IN"/>
        </a:p>
      </dgm:t>
    </dgm:pt>
    <dgm:pt modelId="{B3FDF111-08D0-4110-8793-8120B6491D0D}">
      <dgm:prSet/>
      <dgm:spPr/>
      <dgm:t>
        <a:bodyPr/>
        <a:lstStyle/>
        <a:p>
          <a:r>
            <a:rPr lang="en-IN"/>
            <a:t>Copy the gpio_led.dtbo file to the /boot/overlays/ directory: sudo cp gpio_led.dtbo /boot/overlays/</a:t>
          </a:r>
        </a:p>
      </dgm:t>
    </dgm:pt>
    <dgm:pt modelId="{E43C7123-AD8A-4008-8401-4BE6D6FF94FD}" type="parTrans" cxnId="{A833E21D-03BD-4699-93CD-7DE7F3F8C81F}">
      <dgm:prSet/>
      <dgm:spPr/>
      <dgm:t>
        <a:bodyPr/>
        <a:lstStyle/>
        <a:p>
          <a:endParaRPr lang="en-IN"/>
        </a:p>
      </dgm:t>
    </dgm:pt>
    <dgm:pt modelId="{FCFE0679-9FB1-4B10-B5A7-89D1EE19F37A}" type="sibTrans" cxnId="{A833E21D-03BD-4699-93CD-7DE7F3F8C81F}">
      <dgm:prSet/>
      <dgm:spPr/>
      <dgm:t>
        <a:bodyPr/>
        <a:lstStyle/>
        <a:p>
          <a:endParaRPr lang="en-IN"/>
        </a:p>
      </dgm:t>
    </dgm:pt>
    <dgm:pt modelId="{E92CEF66-D26D-4A15-833E-CBB7FB097814}">
      <dgm:prSet/>
      <dgm:spPr/>
      <dgm:t>
        <a:bodyPr/>
        <a:lstStyle/>
        <a:p>
          <a:r>
            <a:rPr lang="en-IN"/>
            <a:t>You can load the overlay via the /boot/config.txt file by adding the following line: dtoverlay=gpio_led</a:t>
          </a:r>
        </a:p>
      </dgm:t>
    </dgm:pt>
    <dgm:pt modelId="{BE8F4E65-32ED-4FE0-9D9A-21A574BD00F6}" type="parTrans" cxnId="{B1CF3B75-DA11-436A-9C18-8D35038EFA08}">
      <dgm:prSet/>
      <dgm:spPr/>
      <dgm:t>
        <a:bodyPr/>
        <a:lstStyle/>
        <a:p>
          <a:endParaRPr lang="en-IN"/>
        </a:p>
      </dgm:t>
    </dgm:pt>
    <dgm:pt modelId="{C07B7AF6-D1CC-4B64-9482-8C0EA9835320}" type="sibTrans" cxnId="{B1CF3B75-DA11-436A-9C18-8D35038EFA08}">
      <dgm:prSet/>
      <dgm:spPr/>
      <dgm:t>
        <a:bodyPr/>
        <a:lstStyle/>
        <a:p>
          <a:endParaRPr lang="en-IN"/>
        </a:p>
      </dgm:t>
    </dgm:pt>
    <dgm:pt modelId="{BEC85EBF-F93F-4988-BB30-3DCCF4666F90}">
      <dgm:prSet/>
      <dgm:spPr/>
      <dgm:t>
        <a:bodyPr/>
        <a:lstStyle/>
        <a:p>
          <a:r>
            <a:rPr lang="en-IN"/>
            <a:t>Alternatively, you can load the overlay dynamically using the following command: sudo dtoverlay gpio_led</a:t>
          </a:r>
        </a:p>
      </dgm:t>
    </dgm:pt>
    <dgm:pt modelId="{B1CE73B8-334E-47EF-8A5F-0709E09229C3}" type="parTrans" cxnId="{A15FE031-274A-4857-B69C-2C3365AB2FA9}">
      <dgm:prSet/>
      <dgm:spPr/>
      <dgm:t>
        <a:bodyPr/>
        <a:lstStyle/>
        <a:p>
          <a:endParaRPr lang="en-IN"/>
        </a:p>
      </dgm:t>
    </dgm:pt>
    <dgm:pt modelId="{6E7CE45F-1DE6-455C-81F1-CE343B4604A5}" type="sibTrans" cxnId="{A15FE031-274A-4857-B69C-2C3365AB2FA9}">
      <dgm:prSet/>
      <dgm:spPr/>
      <dgm:t>
        <a:bodyPr/>
        <a:lstStyle/>
        <a:p>
          <a:endParaRPr lang="en-IN"/>
        </a:p>
      </dgm:t>
    </dgm:pt>
    <dgm:pt modelId="{7C28DEB4-8114-4B4A-A316-1E690485CF08}">
      <dgm:prSet/>
      <dgm:spPr/>
      <dgm:t>
        <a:bodyPr/>
        <a:lstStyle/>
        <a:p>
          <a:r>
            <a:rPr lang="en-IN" b="1"/>
            <a:t>Compile and Test the Kernel Module: </a:t>
          </a:r>
          <a:endParaRPr lang="en-IN"/>
        </a:p>
      </dgm:t>
    </dgm:pt>
    <dgm:pt modelId="{9EA8BE38-84F2-48DA-AB82-E3D0FF85798C}" type="parTrans" cxnId="{941BBE9F-4D72-4ED5-A759-1C4139FD1148}">
      <dgm:prSet/>
      <dgm:spPr/>
      <dgm:t>
        <a:bodyPr/>
        <a:lstStyle/>
        <a:p>
          <a:endParaRPr lang="en-IN"/>
        </a:p>
      </dgm:t>
    </dgm:pt>
    <dgm:pt modelId="{46ACF3B4-9FB2-4FC1-9A0A-66CB668FEC74}" type="sibTrans" cxnId="{941BBE9F-4D72-4ED5-A759-1C4139FD1148}">
      <dgm:prSet/>
      <dgm:spPr/>
      <dgm:t>
        <a:bodyPr/>
        <a:lstStyle/>
        <a:p>
          <a:endParaRPr lang="en-IN"/>
        </a:p>
      </dgm:t>
    </dgm:pt>
    <dgm:pt modelId="{81143259-7AA1-4080-8ED4-6F751E9E961C}">
      <dgm:prSet/>
      <dgm:spPr/>
      <dgm:t>
        <a:bodyPr/>
        <a:lstStyle/>
        <a:p>
          <a:r>
            <a:rPr lang="en-IN"/>
            <a:t>sudo insmod gpio_led.ko and then check dmesg it shows: [  124.567890] LED GPIO found: 17  and  	sudo rmmod gpio_led.ko and check dmesg [  124.567899] GPIO LED driver loaded. </a:t>
          </a:r>
        </a:p>
      </dgm:t>
    </dgm:pt>
    <dgm:pt modelId="{EF35413E-E1C8-4719-9402-BAE589697A83}" type="parTrans" cxnId="{70E80A62-9686-464D-B9B8-3714E4441CEB}">
      <dgm:prSet/>
      <dgm:spPr/>
      <dgm:t>
        <a:bodyPr/>
        <a:lstStyle/>
        <a:p>
          <a:endParaRPr lang="en-IN"/>
        </a:p>
      </dgm:t>
    </dgm:pt>
    <dgm:pt modelId="{E2001351-96D7-4EF4-944D-1954C6F8F4BF}" type="sibTrans" cxnId="{70E80A62-9686-464D-B9B8-3714E4441CEB}">
      <dgm:prSet/>
      <dgm:spPr/>
      <dgm:t>
        <a:bodyPr/>
        <a:lstStyle/>
        <a:p>
          <a:endParaRPr lang="en-IN"/>
        </a:p>
      </dgm:t>
    </dgm:pt>
    <dgm:pt modelId="{EB45F51F-CA44-44A1-BEC3-1826A117549C}">
      <dgm:prSet/>
      <dgm:spPr/>
      <dgm:t>
        <a:bodyPr/>
        <a:lstStyle/>
        <a:p>
          <a:r>
            <a:rPr lang="en-IN"/>
            <a:t>When the module is inserted, the LED connected to GPIO 17 will turn on for 1 second and then turn off. The kernel logs will display messages confirming the operations.</a:t>
          </a:r>
        </a:p>
      </dgm:t>
    </dgm:pt>
    <dgm:pt modelId="{D48D798F-6E3F-4DFA-8384-F3D5C3E629CD}" type="parTrans" cxnId="{EAE70F59-B35F-48B7-8B79-2267FB395C57}">
      <dgm:prSet/>
      <dgm:spPr/>
      <dgm:t>
        <a:bodyPr/>
        <a:lstStyle/>
        <a:p>
          <a:endParaRPr lang="en-IN"/>
        </a:p>
      </dgm:t>
    </dgm:pt>
    <dgm:pt modelId="{1F7FA23A-F10B-4001-8F11-72E614A6CEFA}" type="sibTrans" cxnId="{EAE70F59-B35F-48B7-8B79-2267FB395C57}">
      <dgm:prSet/>
      <dgm:spPr/>
      <dgm:t>
        <a:bodyPr/>
        <a:lstStyle/>
        <a:p>
          <a:endParaRPr lang="en-IN"/>
        </a:p>
      </dgm:t>
    </dgm:pt>
    <dgm:pt modelId="{AFD86676-F2F0-4319-B90D-D82D5A0AAFAA}" type="pres">
      <dgm:prSet presAssocID="{F8EE04B6-2266-4C6E-A366-053DE9C9C32D}" presName="Name0" presStyleCnt="0">
        <dgm:presLayoutVars>
          <dgm:dir/>
          <dgm:animLvl val="lvl"/>
          <dgm:resizeHandles val="exact"/>
        </dgm:presLayoutVars>
      </dgm:prSet>
      <dgm:spPr/>
    </dgm:pt>
    <dgm:pt modelId="{56D2DEFE-4C2F-4C52-B767-64C3A3043586}" type="pres">
      <dgm:prSet presAssocID="{B05716F6-4BAA-45BC-9EF3-C7A877D9FB61}" presName="linNode" presStyleCnt="0"/>
      <dgm:spPr/>
    </dgm:pt>
    <dgm:pt modelId="{5D2B05B4-59C9-4648-9F33-DE9BE6EB026D}" type="pres">
      <dgm:prSet presAssocID="{B05716F6-4BAA-45BC-9EF3-C7A877D9FB6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D23769F-BA18-4832-8DF4-DE69E9C8C8AA}" type="pres">
      <dgm:prSet presAssocID="{B05716F6-4BAA-45BC-9EF3-C7A877D9FB61}" presName="descendantText" presStyleLbl="alignAccFollowNode1" presStyleIdx="0" presStyleCnt="3">
        <dgm:presLayoutVars>
          <dgm:bulletEnabled val="1"/>
        </dgm:presLayoutVars>
      </dgm:prSet>
      <dgm:spPr/>
    </dgm:pt>
    <dgm:pt modelId="{4DED0ABB-A04F-435F-8D51-CF49A664725D}" type="pres">
      <dgm:prSet presAssocID="{BCBD5B06-5B0A-4E58-BF2B-FD2D2BD5D875}" presName="sp" presStyleCnt="0"/>
      <dgm:spPr/>
    </dgm:pt>
    <dgm:pt modelId="{B6E43C35-BB79-417B-B6EA-823B8366D079}" type="pres">
      <dgm:prSet presAssocID="{2ACEBA46-0F9D-4899-9C3A-FAD8DE80D9F9}" presName="linNode" presStyleCnt="0"/>
      <dgm:spPr/>
    </dgm:pt>
    <dgm:pt modelId="{D144AAA4-3DBA-4EDB-AE5F-2A1008964217}" type="pres">
      <dgm:prSet presAssocID="{2ACEBA46-0F9D-4899-9C3A-FAD8DE80D9F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F6C8EBB-98C1-495C-A391-1BC3B27B4837}" type="pres">
      <dgm:prSet presAssocID="{2ACEBA46-0F9D-4899-9C3A-FAD8DE80D9F9}" presName="descendantText" presStyleLbl="alignAccFollowNode1" presStyleIdx="1" presStyleCnt="3">
        <dgm:presLayoutVars>
          <dgm:bulletEnabled val="1"/>
        </dgm:presLayoutVars>
      </dgm:prSet>
      <dgm:spPr/>
    </dgm:pt>
    <dgm:pt modelId="{7B630AEF-9A6D-44DF-8AAD-4F2299B5D78C}" type="pres">
      <dgm:prSet presAssocID="{97E6457F-62D5-4875-9E83-E25080381799}" presName="sp" presStyleCnt="0"/>
      <dgm:spPr/>
    </dgm:pt>
    <dgm:pt modelId="{BA90503F-DDF2-4040-A9B9-D7AA83B33FBB}" type="pres">
      <dgm:prSet presAssocID="{7C28DEB4-8114-4B4A-A316-1E690485CF08}" presName="linNode" presStyleCnt="0"/>
      <dgm:spPr/>
    </dgm:pt>
    <dgm:pt modelId="{4F76FB1C-79A1-4342-91AD-DA2974CADD47}" type="pres">
      <dgm:prSet presAssocID="{7C28DEB4-8114-4B4A-A316-1E690485CF0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A490534-1649-4178-995D-76981B00BBAB}" type="pres">
      <dgm:prSet presAssocID="{7C28DEB4-8114-4B4A-A316-1E690485CF08}" presName="descendantText" presStyleLbl="alignAccFollowNode1" presStyleIdx="2" presStyleCnt="3">
        <dgm:presLayoutVars>
          <dgm:bulletEnabled val="1"/>
        </dgm:presLayoutVars>
      </dgm:prSet>
      <dgm:spPr/>
    </dgm:pt>
    <dgm:pt modelId="{2A4D55A2-5FD7-471C-B634-781EC3F02D4D}" type="pres">
      <dgm:prSet presAssocID="{46ACF3B4-9FB2-4FC1-9A0A-66CB668FEC74}" presName="sp" presStyleCnt="0"/>
      <dgm:spPr/>
    </dgm:pt>
    <dgm:pt modelId="{9DC33FF5-31BC-4E69-A73A-752E66080A6C}" type="pres">
      <dgm:prSet presAssocID="{EB45F51F-CA44-44A1-BEC3-1826A117549C}" presName="linNode" presStyleCnt="0"/>
      <dgm:spPr/>
    </dgm:pt>
    <dgm:pt modelId="{9083D567-FAE6-4AC1-BB7E-F4C7040F4548}" type="pres">
      <dgm:prSet presAssocID="{EB45F51F-CA44-44A1-BEC3-1826A117549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833E21D-03BD-4699-93CD-7DE7F3F8C81F}" srcId="{2ACEBA46-0F9D-4899-9C3A-FAD8DE80D9F9}" destId="{B3FDF111-08D0-4110-8793-8120B6491D0D}" srcOrd="0" destOrd="0" parTransId="{E43C7123-AD8A-4008-8401-4BE6D6FF94FD}" sibTransId="{FCFE0679-9FB1-4B10-B5A7-89D1EE19F37A}"/>
    <dgm:cxn modelId="{AC9B282C-28A2-4D95-99FD-23BE68EC8444}" type="presOf" srcId="{E252E780-4B40-4515-B032-104736D37772}" destId="{0D23769F-BA18-4832-8DF4-DE69E9C8C8AA}" srcOrd="0" destOrd="0" presId="urn:microsoft.com/office/officeart/2005/8/layout/vList5"/>
    <dgm:cxn modelId="{A15FE031-274A-4857-B69C-2C3365AB2FA9}" srcId="{2ACEBA46-0F9D-4899-9C3A-FAD8DE80D9F9}" destId="{BEC85EBF-F93F-4988-BB30-3DCCF4666F90}" srcOrd="2" destOrd="0" parTransId="{B1CE73B8-334E-47EF-8A5F-0709E09229C3}" sibTransId="{6E7CE45F-1DE6-455C-81F1-CE343B4604A5}"/>
    <dgm:cxn modelId="{70E80A62-9686-464D-B9B8-3714E4441CEB}" srcId="{7C28DEB4-8114-4B4A-A316-1E690485CF08}" destId="{81143259-7AA1-4080-8ED4-6F751E9E961C}" srcOrd="0" destOrd="0" parTransId="{EF35413E-E1C8-4719-9402-BAE589697A83}" sibTransId="{E2001351-96D7-4EF4-944D-1954C6F8F4BF}"/>
    <dgm:cxn modelId="{B0A2174B-E47E-4860-AF91-9738FC69D2E1}" type="presOf" srcId="{E92CEF66-D26D-4A15-833E-CBB7FB097814}" destId="{5F6C8EBB-98C1-495C-A391-1BC3B27B4837}" srcOrd="0" destOrd="1" presId="urn:microsoft.com/office/officeart/2005/8/layout/vList5"/>
    <dgm:cxn modelId="{D532CD4E-E67E-4490-9637-D0FA4CD37C62}" type="presOf" srcId="{2ACEBA46-0F9D-4899-9C3A-FAD8DE80D9F9}" destId="{D144AAA4-3DBA-4EDB-AE5F-2A1008964217}" srcOrd="0" destOrd="0" presId="urn:microsoft.com/office/officeart/2005/8/layout/vList5"/>
    <dgm:cxn modelId="{06648152-5016-4635-8F49-9148C78D9466}" type="presOf" srcId="{EB45F51F-CA44-44A1-BEC3-1826A117549C}" destId="{9083D567-FAE6-4AC1-BB7E-F4C7040F4548}" srcOrd="0" destOrd="0" presId="urn:microsoft.com/office/officeart/2005/8/layout/vList5"/>
    <dgm:cxn modelId="{102B1253-F0D3-4A64-9179-F61773F4EE30}" type="presOf" srcId="{F8EE04B6-2266-4C6E-A366-053DE9C9C32D}" destId="{AFD86676-F2F0-4319-B90D-D82D5A0AAFAA}" srcOrd="0" destOrd="0" presId="urn:microsoft.com/office/officeart/2005/8/layout/vList5"/>
    <dgm:cxn modelId="{B1CF3B75-DA11-436A-9C18-8D35038EFA08}" srcId="{2ACEBA46-0F9D-4899-9C3A-FAD8DE80D9F9}" destId="{E92CEF66-D26D-4A15-833E-CBB7FB097814}" srcOrd="1" destOrd="0" parTransId="{BE8F4E65-32ED-4FE0-9D9A-21A574BD00F6}" sibTransId="{C07B7AF6-D1CC-4B64-9482-8C0EA9835320}"/>
    <dgm:cxn modelId="{EAE70F59-B35F-48B7-8B79-2267FB395C57}" srcId="{F8EE04B6-2266-4C6E-A366-053DE9C9C32D}" destId="{EB45F51F-CA44-44A1-BEC3-1826A117549C}" srcOrd="3" destOrd="0" parTransId="{D48D798F-6E3F-4DFA-8384-F3D5C3E629CD}" sibTransId="{1F7FA23A-F10B-4001-8F11-72E614A6CEFA}"/>
    <dgm:cxn modelId="{941BBE9F-4D72-4ED5-A759-1C4139FD1148}" srcId="{F8EE04B6-2266-4C6E-A366-053DE9C9C32D}" destId="{7C28DEB4-8114-4B4A-A316-1E690485CF08}" srcOrd="2" destOrd="0" parTransId="{9EA8BE38-84F2-48DA-AB82-E3D0FF85798C}" sibTransId="{46ACF3B4-9FB2-4FC1-9A0A-66CB668FEC74}"/>
    <dgm:cxn modelId="{7AC47BB2-84B5-4B01-AE76-22B862A281AB}" type="presOf" srcId="{BEC85EBF-F93F-4988-BB30-3DCCF4666F90}" destId="{5F6C8EBB-98C1-495C-A391-1BC3B27B4837}" srcOrd="0" destOrd="2" presId="urn:microsoft.com/office/officeart/2005/8/layout/vList5"/>
    <dgm:cxn modelId="{2711C3C2-F5DD-4320-B5B2-E3318C6A4EDC}" type="presOf" srcId="{B05716F6-4BAA-45BC-9EF3-C7A877D9FB61}" destId="{5D2B05B4-59C9-4648-9F33-DE9BE6EB026D}" srcOrd="0" destOrd="0" presId="urn:microsoft.com/office/officeart/2005/8/layout/vList5"/>
    <dgm:cxn modelId="{F213BAD0-DFBF-4CA6-8389-0BA8BD5967C4}" srcId="{F8EE04B6-2266-4C6E-A366-053DE9C9C32D}" destId="{B05716F6-4BAA-45BC-9EF3-C7A877D9FB61}" srcOrd="0" destOrd="0" parTransId="{19069EF4-5571-4BD0-A022-B5A8C5E638FB}" sibTransId="{BCBD5B06-5B0A-4E58-BF2B-FD2D2BD5D875}"/>
    <dgm:cxn modelId="{FBEE9EE1-7500-4F7A-9817-B10038A9F948}" type="presOf" srcId="{7C28DEB4-8114-4B4A-A316-1E690485CF08}" destId="{4F76FB1C-79A1-4342-91AD-DA2974CADD47}" srcOrd="0" destOrd="0" presId="urn:microsoft.com/office/officeart/2005/8/layout/vList5"/>
    <dgm:cxn modelId="{405B9AE6-D657-4F09-9F24-6B4026D27EC2}" srcId="{B05716F6-4BAA-45BC-9EF3-C7A877D9FB61}" destId="{E252E780-4B40-4515-B032-104736D37772}" srcOrd="0" destOrd="0" parTransId="{1521C205-AAFD-4C4E-8300-3BA2A621C53A}" sibTransId="{FBEF2410-1A2F-4B63-BC46-F66178691371}"/>
    <dgm:cxn modelId="{BC6F3FEC-F322-4049-98B2-029EA3FDC2D3}" type="presOf" srcId="{B3FDF111-08D0-4110-8793-8120B6491D0D}" destId="{5F6C8EBB-98C1-495C-A391-1BC3B27B4837}" srcOrd="0" destOrd="0" presId="urn:microsoft.com/office/officeart/2005/8/layout/vList5"/>
    <dgm:cxn modelId="{532132F7-72FB-4902-8F1F-887A7E448FAE}" srcId="{F8EE04B6-2266-4C6E-A366-053DE9C9C32D}" destId="{2ACEBA46-0F9D-4899-9C3A-FAD8DE80D9F9}" srcOrd="1" destOrd="0" parTransId="{444E2005-B9BB-429C-B5E5-91177B247248}" sibTransId="{97E6457F-62D5-4875-9E83-E25080381799}"/>
    <dgm:cxn modelId="{3366B2FC-B27D-4371-B13E-F24BC871E732}" type="presOf" srcId="{81143259-7AA1-4080-8ED4-6F751E9E961C}" destId="{CA490534-1649-4178-995D-76981B00BBAB}" srcOrd="0" destOrd="0" presId="urn:microsoft.com/office/officeart/2005/8/layout/vList5"/>
    <dgm:cxn modelId="{D279F751-62BF-4454-9CA4-1065A2C47425}" type="presParOf" srcId="{AFD86676-F2F0-4319-B90D-D82D5A0AAFAA}" destId="{56D2DEFE-4C2F-4C52-B767-64C3A3043586}" srcOrd="0" destOrd="0" presId="urn:microsoft.com/office/officeart/2005/8/layout/vList5"/>
    <dgm:cxn modelId="{1CD1A8CD-CE66-4B0B-85D4-11A5A0D19707}" type="presParOf" srcId="{56D2DEFE-4C2F-4C52-B767-64C3A3043586}" destId="{5D2B05B4-59C9-4648-9F33-DE9BE6EB026D}" srcOrd="0" destOrd="0" presId="urn:microsoft.com/office/officeart/2005/8/layout/vList5"/>
    <dgm:cxn modelId="{A1C3E1DA-A177-407E-A2C1-1DC39700FBC4}" type="presParOf" srcId="{56D2DEFE-4C2F-4C52-B767-64C3A3043586}" destId="{0D23769F-BA18-4832-8DF4-DE69E9C8C8AA}" srcOrd="1" destOrd="0" presId="urn:microsoft.com/office/officeart/2005/8/layout/vList5"/>
    <dgm:cxn modelId="{EACDFB10-6348-4D9A-B344-E39D1FFE07A5}" type="presParOf" srcId="{AFD86676-F2F0-4319-B90D-D82D5A0AAFAA}" destId="{4DED0ABB-A04F-435F-8D51-CF49A664725D}" srcOrd="1" destOrd="0" presId="urn:microsoft.com/office/officeart/2005/8/layout/vList5"/>
    <dgm:cxn modelId="{DB150772-10A0-4F02-85BB-A27505B607B2}" type="presParOf" srcId="{AFD86676-F2F0-4319-B90D-D82D5A0AAFAA}" destId="{B6E43C35-BB79-417B-B6EA-823B8366D079}" srcOrd="2" destOrd="0" presId="urn:microsoft.com/office/officeart/2005/8/layout/vList5"/>
    <dgm:cxn modelId="{DB56306F-1D66-4DBF-B112-B831373CBE20}" type="presParOf" srcId="{B6E43C35-BB79-417B-B6EA-823B8366D079}" destId="{D144AAA4-3DBA-4EDB-AE5F-2A1008964217}" srcOrd="0" destOrd="0" presId="urn:microsoft.com/office/officeart/2005/8/layout/vList5"/>
    <dgm:cxn modelId="{5CD38D76-656D-4998-B888-C7DF881C6460}" type="presParOf" srcId="{B6E43C35-BB79-417B-B6EA-823B8366D079}" destId="{5F6C8EBB-98C1-495C-A391-1BC3B27B4837}" srcOrd="1" destOrd="0" presId="urn:microsoft.com/office/officeart/2005/8/layout/vList5"/>
    <dgm:cxn modelId="{ADFB491B-0346-4EB5-BB9C-9602DB4CEA72}" type="presParOf" srcId="{AFD86676-F2F0-4319-B90D-D82D5A0AAFAA}" destId="{7B630AEF-9A6D-44DF-8AAD-4F2299B5D78C}" srcOrd="3" destOrd="0" presId="urn:microsoft.com/office/officeart/2005/8/layout/vList5"/>
    <dgm:cxn modelId="{C016BC0A-CD28-4D25-A1C2-4C6BE9493343}" type="presParOf" srcId="{AFD86676-F2F0-4319-B90D-D82D5A0AAFAA}" destId="{BA90503F-DDF2-4040-A9B9-D7AA83B33FBB}" srcOrd="4" destOrd="0" presId="urn:microsoft.com/office/officeart/2005/8/layout/vList5"/>
    <dgm:cxn modelId="{C62FE137-2190-4395-B512-51808A374796}" type="presParOf" srcId="{BA90503F-DDF2-4040-A9B9-D7AA83B33FBB}" destId="{4F76FB1C-79A1-4342-91AD-DA2974CADD47}" srcOrd="0" destOrd="0" presId="urn:microsoft.com/office/officeart/2005/8/layout/vList5"/>
    <dgm:cxn modelId="{9E43D954-DBD6-49AF-8F37-6FE51752545A}" type="presParOf" srcId="{BA90503F-DDF2-4040-A9B9-D7AA83B33FBB}" destId="{CA490534-1649-4178-995D-76981B00BBAB}" srcOrd="1" destOrd="0" presId="urn:microsoft.com/office/officeart/2005/8/layout/vList5"/>
    <dgm:cxn modelId="{E981C35B-4F0D-475D-8C50-9971628D605F}" type="presParOf" srcId="{AFD86676-F2F0-4319-B90D-D82D5A0AAFAA}" destId="{2A4D55A2-5FD7-471C-B634-781EC3F02D4D}" srcOrd="5" destOrd="0" presId="urn:microsoft.com/office/officeart/2005/8/layout/vList5"/>
    <dgm:cxn modelId="{71CD74B8-BE42-482D-BA7F-BEFEEAEED68F}" type="presParOf" srcId="{AFD86676-F2F0-4319-B90D-D82D5A0AAFAA}" destId="{9DC33FF5-31BC-4E69-A73A-752E66080A6C}" srcOrd="6" destOrd="0" presId="urn:microsoft.com/office/officeart/2005/8/layout/vList5"/>
    <dgm:cxn modelId="{AA40D78A-D45A-477B-8F84-CBC130C87F2C}" type="presParOf" srcId="{9DC33FF5-31BC-4E69-A73A-752E66080A6C}" destId="{9083D567-FAE6-4AC1-BB7E-F4C7040F454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3769F-BA18-4832-8DF4-DE69E9C8C8AA}">
      <dsp:nvSpPr>
        <dsp:cNvPr id="0" name=""/>
        <dsp:cNvSpPr/>
      </dsp:nvSpPr>
      <dsp:spPr>
        <a:xfrm rot="5400000">
          <a:off x="6957108" y="-2872731"/>
          <a:ext cx="1022679" cy="70291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To compile the Dts into a binary .dtbo file (Device Tree Overlay), run the following command: dtc -@ -I dts -O dtb -o gpio_led.dtbo gpio_led.dts</a:t>
          </a:r>
        </a:p>
      </dsp:txBody>
      <dsp:txXfrm rot="-5400000">
        <a:off x="3953885" y="180415"/>
        <a:ext cx="6979204" cy="922833"/>
      </dsp:txXfrm>
    </dsp:sp>
    <dsp:sp modelId="{5D2B05B4-59C9-4648-9F33-DE9BE6EB026D}">
      <dsp:nvSpPr>
        <dsp:cNvPr id="0" name=""/>
        <dsp:cNvSpPr/>
      </dsp:nvSpPr>
      <dsp:spPr>
        <a:xfrm>
          <a:off x="0" y="2657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Compile the Device Tree Overlay: </a:t>
          </a:r>
          <a:endParaRPr lang="en-IN" sz="1600" kern="1200"/>
        </a:p>
      </dsp:txBody>
      <dsp:txXfrm>
        <a:off x="62404" y="65061"/>
        <a:ext cx="3829076" cy="1153541"/>
      </dsp:txXfrm>
    </dsp:sp>
    <dsp:sp modelId="{5F6C8EBB-98C1-495C-A391-1BC3B27B4837}">
      <dsp:nvSpPr>
        <dsp:cNvPr id="0" name=""/>
        <dsp:cNvSpPr/>
      </dsp:nvSpPr>
      <dsp:spPr>
        <a:xfrm rot="5400000">
          <a:off x="6957108" y="-1530464"/>
          <a:ext cx="1022679" cy="70291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Copy the gpio_led.dtbo file to the /boot/overlays/ directory: sudo cp gpio_led.dtbo /boot/overlays/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You can load the overlay via the /boot/config.txt file by adding the following line: dtoverlay=gpio_led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Alternatively, you can load the overlay dynamically using the following command: sudo dtoverlay gpio_led</a:t>
          </a:r>
        </a:p>
      </dsp:txBody>
      <dsp:txXfrm rot="-5400000">
        <a:off x="3953885" y="1522682"/>
        <a:ext cx="6979204" cy="922833"/>
      </dsp:txXfrm>
    </dsp:sp>
    <dsp:sp modelId="{D144AAA4-3DBA-4EDB-AE5F-2A1008964217}">
      <dsp:nvSpPr>
        <dsp:cNvPr id="0" name=""/>
        <dsp:cNvSpPr/>
      </dsp:nvSpPr>
      <dsp:spPr>
        <a:xfrm>
          <a:off x="0" y="1344924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Load the Device Tree Overlay: </a:t>
          </a:r>
          <a:endParaRPr lang="en-IN" sz="1600" kern="1200"/>
        </a:p>
      </dsp:txBody>
      <dsp:txXfrm>
        <a:off x="62404" y="1407328"/>
        <a:ext cx="3829076" cy="1153541"/>
      </dsp:txXfrm>
    </dsp:sp>
    <dsp:sp modelId="{CA490534-1649-4178-995D-76981B00BBAB}">
      <dsp:nvSpPr>
        <dsp:cNvPr id="0" name=""/>
        <dsp:cNvSpPr/>
      </dsp:nvSpPr>
      <dsp:spPr>
        <a:xfrm rot="5400000">
          <a:off x="6957108" y="-188197"/>
          <a:ext cx="1022679" cy="70291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sudo insmod gpio_led.ko and then check dmesg it shows: [  124.567890] LED GPIO found: 17  and  	sudo rmmod gpio_led.ko and check dmesg [  124.567899] GPIO LED driver loaded. </a:t>
          </a:r>
        </a:p>
      </dsp:txBody>
      <dsp:txXfrm rot="-5400000">
        <a:off x="3953885" y="2864949"/>
        <a:ext cx="6979204" cy="922833"/>
      </dsp:txXfrm>
    </dsp:sp>
    <dsp:sp modelId="{4F76FB1C-79A1-4342-91AD-DA2974CADD47}">
      <dsp:nvSpPr>
        <dsp:cNvPr id="0" name=""/>
        <dsp:cNvSpPr/>
      </dsp:nvSpPr>
      <dsp:spPr>
        <a:xfrm>
          <a:off x="0" y="2687191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Compile and Test the Kernel Module: </a:t>
          </a:r>
          <a:endParaRPr lang="en-IN" sz="1600" kern="1200"/>
        </a:p>
      </dsp:txBody>
      <dsp:txXfrm>
        <a:off x="62404" y="2749595"/>
        <a:ext cx="3829076" cy="1153541"/>
      </dsp:txXfrm>
    </dsp:sp>
    <dsp:sp modelId="{9083D567-FAE6-4AC1-BB7E-F4C7040F4548}">
      <dsp:nvSpPr>
        <dsp:cNvPr id="0" name=""/>
        <dsp:cNvSpPr/>
      </dsp:nvSpPr>
      <dsp:spPr>
        <a:xfrm>
          <a:off x="0" y="4029458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When the module is inserted, the LED connected to GPIO 17 will turn on for 1 second and then turn off. The kernel logs will display messages confirming the operations.</a:t>
          </a:r>
        </a:p>
      </dsp:txBody>
      <dsp:txXfrm>
        <a:off x="62404" y="4091862"/>
        <a:ext cx="3829076" cy="1153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A20-87A8-5C11-7A2C-D2BF26842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04264-0B17-C587-7C95-FDDD2181F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B622E-F5A3-CBB3-E2A8-8E2836D9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271B7-AC2F-2BE5-D665-12258563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DB5E0-BAA9-224C-48F8-C405D9CF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0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8F94-15C7-B675-632E-F6844DB5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C70C-AB2C-2C3D-F619-92245385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21242-0CB8-0CAC-13CF-8D4EAD575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5F1E2-00F1-9F1A-2065-70035C5F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33C53-35FB-26E7-FC1E-E49A7BB4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22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BB9D-029D-84F3-5B7F-E4FBA6D2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DF664-03DE-0E72-3EB6-F3CFDEB6F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F1605-286F-CC57-0AE8-893D660E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FD4C9-479F-C98F-B854-3A32B754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186EC-4138-5FBD-FC95-34E82680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52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59EA-D858-5D64-8CA2-55C0615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89C9C-DE8D-664D-1070-BE7103516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EC23D-26B9-40ED-3714-E8B6DBF1E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AC0C3-1A85-501D-7216-FB96ED6C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90A87-833D-A44C-D2EE-74D772FA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31C2B-1B24-37A9-F645-3F419341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19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2E10-5892-163A-5245-6C1388D3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A1A16-5EB1-C3FC-658E-151EA8473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E3F0F-22F4-E4FC-C8AD-71C9BCE9C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636F0-296A-1891-086B-B347CC0BA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C3B0D-33D2-7D07-9341-AEB371FD0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4FC28-5D37-5A64-62FB-EFDCB2F2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40633-F991-B32B-75A1-A60E40B3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8BB95-3568-E8E6-6DAA-824CB24F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47A4-9E70-10B0-147E-E07E5CDF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571B4-3CB7-8D74-EFA7-47BAE82A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1F2BD-B928-DA5A-FB68-522AE1CA6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84323-F28D-79A7-6BB9-BC102423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56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28E5E-4087-8F96-95DD-6C206E9A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BCB59-1601-D6D6-F67E-9D6FAA9E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132B9-8AAB-DAB3-2A51-335D3413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20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E448-2256-E1A9-AA60-50F45FAB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FDC7-58BF-1050-40EC-F88CEB8A2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6842B-0561-238F-D741-CF2AC995E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5CCA5-DD36-4701-A40A-B65A4E16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FF70B-7808-3A36-917A-40131A04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6BF86-1283-27DD-2356-92619B0D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38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A555-8912-E8F8-4659-2A7BD30F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67C79-62B4-AE44-B9C5-EC38AD710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DE1A8-D9C8-4F54-4D2B-8DC0695B2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97E2B-7BA4-CA31-3694-6766AFE8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9616B-CF23-8F94-BCF5-7B94A6C2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4BCDC-53C1-5CCE-26B4-99A8F986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09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9F7A-D5FC-D1E7-0DB4-55157D6C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A2356-C44F-D2AB-7246-D3B0E051D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213B5-80B6-AAFA-1B83-4ADC81213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6E401-E86C-0262-A33A-B927C121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51749-3821-7054-360B-5B6F03B7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9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C2381-3563-4AC1-7826-A68E808EB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F9996-420B-500B-AD60-0E60305D7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1301D-30DB-9864-DFE8-403ADBAA8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10A83-F35F-13FD-E70D-32ED23F1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0A111-E7D2-162C-72E4-860A50CB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87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D54D8-8BA7-5ADC-121B-D70D010C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55825-FC0D-0B86-21BB-A22083AD8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BEBD1-F174-9FA6-B841-47566C9F7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36356-105A-42B6-803E-96026CAAD97F}" type="datetimeFigureOut">
              <a:rPr lang="en-IN" smtClean="0"/>
              <a:t>05-01-2025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A53A0-C559-ED8B-DFA4-70EA1DFCA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289A2-A700-6AC2-11E7-EADD38803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050C4-C80D-4775-8B56-0A5869138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68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A678-5671-CEC6-E783-31668FDCD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433"/>
            <a:ext cx="9144000" cy="2626567"/>
          </a:xfrm>
        </p:spPr>
        <p:txBody>
          <a:bodyPr>
            <a:normAutofit/>
          </a:bodyPr>
          <a:lstStyle/>
          <a:p>
            <a:r>
              <a:rPr lang="en-GB" sz="8000" dirty="0"/>
              <a:t>DEVICE TREE SOURCE</a:t>
            </a:r>
            <a:endParaRPr lang="en-IN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02E62-5D2E-5D34-1254-85EC3866F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18063"/>
            <a:ext cx="10204580" cy="1655762"/>
          </a:xfrm>
        </p:spPr>
        <p:txBody>
          <a:bodyPr/>
          <a:lstStyle/>
          <a:p>
            <a:pPr lvl="8"/>
            <a:r>
              <a:rPr lang="en-GB" dirty="0"/>
              <a:t>	</a:t>
            </a:r>
            <a:r>
              <a:rPr lang="en-GB" sz="2400" b="1" dirty="0"/>
              <a:t>Team 8: </a:t>
            </a:r>
            <a:r>
              <a:rPr lang="en-GB" sz="2400" dirty="0"/>
              <a:t>Complex Driver</a:t>
            </a:r>
            <a:br>
              <a:rPr lang="en-GB" sz="2400" dirty="0"/>
            </a:br>
            <a:r>
              <a:rPr lang="en-GB" sz="2400" dirty="0"/>
              <a:t>		</a:t>
            </a:r>
            <a:r>
              <a:rPr lang="en-GB" sz="2400" b="1" dirty="0"/>
              <a:t>Presented by: </a:t>
            </a:r>
            <a:r>
              <a:rPr lang="en-GB" sz="2400" dirty="0"/>
              <a:t>Ashritha and </a:t>
            </a:r>
            <a:r>
              <a:rPr lang="en-GB" sz="2400" dirty="0" err="1"/>
              <a:t>Sujitha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97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C8E8-6FD8-A56B-A43C-A2634F8E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5C64-20F2-4AA9-522A-4C5FDD593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DTS</a:t>
            </a:r>
            <a:r>
              <a:rPr lang="en-GB" dirty="0"/>
              <a:t> is a human-readable text file that describes the hardware configuration of an embedded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part of the </a:t>
            </a:r>
            <a:r>
              <a:rPr lang="en-GB" b="1" dirty="0"/>
              <a:t>Device Tree</a:t>
            </a:r>
            <a:r>
              <a:rPr lang="en-GB" dirty="0"/>
              <a:t> infrastructure, which allows the Linux kernel to understand the hardware layout of a specific platform without hardcoding it into the kernel source.</a:t>
            </a:r>
          </a:p>
          <a:p>
            <a:r>
              <a:rPr lang="en-GB" dirty="0"/>
              <a:t>Enables a common kernel to support multiple hardware platforms.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907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04B5-3746-DE02-BB15-2B5AAFF5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A5097-9540-0413-AA89-34C006EC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434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DTS (Device Tree Source)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human-readable source file (.</a:t>
            </a:r>
            <a:r>
              <a:rPr lang="en-IN" dirty="0" err="1"/>
              <a:t>dts</a:t>
            </a:r>
            <a:r>
              <a:rPr lang="en-IN" dirty="0"/>
              <a:t>) that describes about hardware.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Compiled into a binary Device Tree Blob (.</a:t>
            </a:r>
            <a:r>
              <a:rPr lang="en-IN" dirty="0" err="1"/>
              <a:t>dtb</a:t>
            </a:r>
            <a:r>
              <a:rPr lang="en-IN" dirty="0"/>
              <a:t>) using the </a:t>
            </a:r>
            <a:r>
              <a:rPr lang="en-IN" b="1" dirty="0"/>
              <a:t>Device Tree Compiler (DTC)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DTS Components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Nodes</a:t>
            </a:r>
            <a:r>
              <a:rPr lang="en-IN" dirty="0"/>
              <a:t>: Represent hardware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Properties</a:t>
            </a:r>
            <a:r>
              <a:rPr lang="en-IN" dirty="0"/>
              <a:t>: Describe configuration or settings for nodes.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73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1FD0-35A9-B17B-BEF8-3BE9928F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DTS?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123B-A9DB-5E5E-F120-008CB2535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583029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Advantages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Simplifies hardware configuration.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Allows the same kernel to support different platforms.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Makes the kernel cleaner by removing hardware-specific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 Cases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Embedded systems like Raspberry Pi, </a:t>
            </a:r>
            <a:r>
              <a:rPr lang="en-IN" dirty="0" err="1"/>
              <a:t>BeagleBone</a:t>
            </a:r>
            <a:r>
              <a:rPr lang="en-IN" dirty="0"/>
              <a:t>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 hardware platforms.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63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B81D-3231-3648-0AD5-E1EF88D1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STRUCTURE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253AF6-51CC-31DB-2C8A-716B71C658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3161"/>
            <a:ext cx="97053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Root Node (/): Represents the system's top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Child Nodes: Defines specific devices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GPIO, SPI, I2C).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Properties: Key-value pairs inside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45313-6FF5-6AF9-ABAB-F6BDEBF81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125" y="2887052"/>
            <a:ext cx="4736685" cy="2853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E9D6ED-FF87-3D36-6A89-9C447B72AEF5}"/>
              </a:ext>
            </a:extLst>
          </p:cNvPr>
          <p:cNvSpPr txBox="1"/>
          <p:nvPr/>
        </p:nvSpPr>
        <p:spPr>
          <a:xfrm>
            <a:off x="838200" y="2839439"/>
            <a:ext cx="1317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Example: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9393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587D-E732-CD4E-9BC4-8CE7ABDF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property :compatible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44AE8-B857-365A-27B1-0ADE7A923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Every node in the tree that represents a device is required to have the </a:t>
            </a:r>
            <a:r>
              <a:rPr lang="en-GB" b="1" dirty="0"/>
              <a:t>compatible</a:t>
            </a:r>
            <a:r>
              <a:rPr lang="en-GB" dirty="0"/>
              <a:t> property.</a:t>
            </a:r>
          </a:p>
          <a:p>
            <a:r>
              <a:rPr lang="en-GB" dirty="0"/>
              <a:t>The link between the hardware and its driver.</a:t>
            </a:r>
          </a:p>
          <a:p>
            <a:r>
              <a:rPr lang="en-GB" dirty="0"/>
              <a:t>Decides which device driver to bind to a device.</a:t>
            </a:r>
          </a:p>
          <a:p>
            <a:r>
              <a:rPr lang="en-GB" b="1" dirty="0"/>
              <a:t>compatible</a:t>
            </a:r>
            <a:r>
              <a:rPr lang="en-GB" dirty="0"/>
              <a:t>= "&lt;manufacturer&gt;,&lt;model&gt;"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30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1D70-E1FF-E786-D19D-47287A57B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 IN DTS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2AACC-56AC-CB02-8EA0-F58A75954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5188" cy="4351338"/>
          </a:xfrm>
        </p:spPr>
        <p:txBody>
          <a:bodyPr>
            <a:normAutofit/>
          </a:bodyPr>
          <a:lstStyle/>
          <a:p>
            <a:r>
              <a:rPr lang="en-GB" dirty="0">
                <a:cs typeface="Arial" panose="020B0604020202020204" pitchFamily="34" charset="0"/>
              </a:rPr>
              <a:t>Every device in the system is represented by a device </a:t>
            </a:r>
            <a:r>
              <a:rPr lang="en-GB" dirty="0" err="1">
                <a:cs typeface="Arial" panose="020B0604020202020204" pitchFamily="34" charset="0"/>
              </a:rPr>
              <a:t>node.Node</a:t>
            </a:r>
            <a:r>
              <a:rPr lang="en-GB" dirty="0">
                <a:cs typeface="Arial" panose="020B0604020202020204" pitchFamily="34" charset="0"/>
              </a:rPr>
              <a:t> </a:t>
            </a:r>
          </a:p>
          <a:p>
            <a:r>
              <a:rPr lang="en-GB" dirty="0">
                <a:cs typeface="Arial" panose="020B0604020202020204" pitchFamily="34" charset="0"/>
              </a:rPr>
              <a:t>Names: &lt;name&gt;[@&lt;unit-address&gt;]</a:t>
            </a:r>
          </a:p>
          <a:p>
            <a:r>
              <a:rPr lang="en-GB" dirty="0">
                <a:cs typeface="Arial" panose="020B0604020202020204" pitchFamily="34" charset="0"/>
              </a:rPr>
              <a:t>In DT, a node has been added for each device in the system, and the hierarchy reflects the how devices are connected to the system</a:t>
            </a:r>
          </a:p>
          <a:p>
            <a:r>
              <a:rPr lang="en-GB" dirty="0">
                <a:cs typeface="Arial" panose="020B0604020202020204" pitchFamily="34" charset="0"/>
              </a:rPr>
              <a:t>A node in the device tree can be uniquely identified by specifying the full path from the root node</a:t>
            </a:r>
            <a:endParaRPr lang="en-IN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717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107E-E078-6CD2-2116-E592A7BF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CODE: DTS USING GPIO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5CF23-B26F-8A3A-DB9B-63B10C46A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267" y="1690688"/>
            <a:ext cx="5478780" cy="3682206"/>
          </a:xfrm>
        </p:spPr>
      </p:pic>
    </p:spTree>
    <p:extLst>
      <p:ext uri="{BB962C8B-B14F-4D97-AF65-F5344CB8AC3E}">
        <p14:creationId xmlns:p14="http://schemas.microsoft.com/office/powerpoint/2010/main" val="1905540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A0EA-385C-FC4A-116C-772E07BF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Device Tree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89572-73CE-47AC-E80D-FC3489685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62767"/>
          </a:xfrm>
        </p:spPr>
        <p:txBody>
          <a:bodyPr/>
          <a:lstStyle/>
          <a:p>
            <a:r>
              <a:rPr lang="en-GB" dirty="0" err="1"/>
              <a:t>of_find_node_by_name</a:t>
            </a:r>
            <a:r>
              <a:rPr lang="en-GB" dirty="0"/>
              <a:t>(): Find a node by name.</a:t>
            </a:r>
          </a:p>
          <a:p>
            <a:r>
              <a:rPr lang="en-GB" dirty="0" err="1"/>
              <a:t>of_get_property</a:t>
            </a:r>
            <a:r>
              <a:rPr lang="en-GB" dirty="0"/>
              <a:t>(): Retrieve a property.</a:t>
            </a:r>
          </a:p>
          <a:p>
            <a:r>
              <a:rPr lang="en-GB" dirty="0" err="1"/>
              <a:t>of_get_named_gpio</a:t>
            </a:r>
            <a:r>
              <a:rPr lang="en-GB" dirty="0"/>
              <a:t>(): Get a GPIO number.</a:t>
            </a:r>
          </a:p>
          <a:p>
            <a:r>
              <a:rPr lang="en-GB" dirty="0" err="1"/>
              <a:t>of_find_compatible_node</a:t>
            </a:r>
            <a:r>
              <a:rPr lang="en-GB" dirty="0"/>
              <a:t>(): Find a node by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159526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9FA2-5219-3F34-0C58-3A3A11D7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242576"/>
            <a:ext cx="10515600" cy="1325563"/>
          </a:xfrm>
        </p:spPr>
        <p:txBody>
          <a:bodyPr/>
          <a:lstStyle/>
          <a:p>
            <a:r>
              <a:rPr lang="en-GB" dirty="0"/>
              <a:t>COMPILATION STEPS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163869-5256-A625-194C-B4F4D5C5C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201090"/>
              </p:ext>
            </p:extLst>
          </p:nvPr>
        </p:nvGraphicFramePr>
        <p:xfrm>
          <a:off x="838200" y="1391992"/>
          <a:ext cx="10983012" cy="5310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915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669B-0EB7-7C76-70E1-283FA3C9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0249D1-5FD1-76F9-B54A-2E11DA42B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092" y="1532325"/>
            <a:ext cx="5034492" cy="3580851"/>
          </a:xfrm>
        </p:spPr>
      </p:pic>
    </p:spTree>
    <p:extLst>
      <p:ext uri="{BB962C8B-B14F-4D97-AF65-F5344CB8AC3E}">
        <p14:creationId xmlns:p14="http://schemas.microsoft.com/office/powerpoint/2010/main" val="346010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D9F2-F0D2-7572-9BFF-009D5F73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4989-6A5A-8293-8D78-57633CE9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Board support package(BSP): used in embedded systems to describe the hardware of specific board.</a:t>
            </a:r>
          </a:p>
          <a:p>
            <a:r>
              <a:rPr lang="en-GB" dirty="0"/>
              <a:t>Custom Hardware: Developers creating custom boards must write or modify DTS files to describe their hardware to the </a:t>
            </a:r>
            <a:r>
              <a:rPr lang="en-GB" dirty="0" err="1"/>
              <a:t>linux</a:t>
            </a:r>
            <a:r>
              <a:rPr lang="en-GB" dirty="0"/>
              <a:t> kernel.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595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ABCB-EE0A-F4A6-62F4-78741FEA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IN" dirty="0"/>
          </a:p>
        </p:txBody>
      </p:sp>
      <p:pic>
        <p:nvPicPr>
          <p:cNvPr id="4" name="Picture 2" descr="Thank You Images for PPT / Presentation - Thank You Quotes ...">
            <a:extLst>
              <a:ext uri="{FF2B5EF4-FFF2-40B4-BE49-F238E27FC236}">
                <a16:creationId xmlns:a16="http://schemas.microsoft.com/office/drawing/2014/main" id="{161B3928-4293-1113-4CF2-0500BE3E69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279" y="1244337"/>
            <a:ext cx="7711913" cy="411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954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639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DEVICE TREE SOURCE</vt:lpstr>
      <vt:lpstr>INTRODUCTION</vt:lpstr>
      <vt:lpstr> </vt:lpstr>
      <vt:lpstr>WHY USE DTS?</vt:lpstr>
      <vt:lpstr>BASIC STRUCTURE</vt:lpstr>
      <vt:lpstr>property :compatible</vt:lpstr>
      <vt:lpstr>NODE IN DTS</vt:lpstr>
      <vt:lpstr>CODE: DTS USING GPIO</vt:lpstr>
      <vt:lpstr>Device Tree APIs</vt:lpstr>
      <vt:lpstr>COMPILATION STEPS</vt:lpstr>
      <vt:lpstr>OUTPUT</vt:lpstr>
      <vt:lpstr>Practical applications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CHADA ASHRITHA REDDY</dc:creator>
  <cp:lastModifiedBy>CHADA ASHRITHA REDDY</cp:lastModifiedBy>
  <cp:revision>3</cp:revision>
  <dcterms:created xsi:type="dcterms:W3CDTF">2025-01-04T15:56:21Z</dcterms:created>
  <dcterms:modified xsi:type="dcterms:W3CDTF">2025-01-05T08:58:08Z</dcterms:modified>
</cp:coreProperties>
</file>